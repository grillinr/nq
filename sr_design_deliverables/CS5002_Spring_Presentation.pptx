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notesMasterIdLst>
    <p:notesMasterId r:id="rId19"/>
  </p:notesMasterIdLst>
  <p:sldIdLst>
    <p:sldId id="256" r:id="rId2"/>
    <p:sldId id="266" r:id="rId3"/>
    <p:sldId id="258" r:id="rId4"/>
    <p:sldId id="273" r:id="rId5"/>
    <p:sldId id="274" r:id="rId6"/>
    <p:sldId id="275" r:id="rId7"/>
    <p:sldId id="265" r:id="rId8"/>
    <p:sldId id="269" r:id="rId9"/>
    <p:sldId id="270" r:id="rId10"/>
    <p:sldId id="267" r:id="rId11"/>
    <p:sldId id="271" r:id="rId12"/>
    <p:sldId id="268" r:id="rId13"/>
    <p:sldId id="272" r:id="rId14"/>
    <p:sldId id="261" r:id="rId15"/>
    <p:sldId id="262" r:id="rId16"/>
    <p:sldId id="276" r:id="rId17"/>
    <p:sldId id="26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61E4"/>
    <a:srgbClr val="F8BB01"/>
    <a:srgbClr val="DE70D8"/>
    <a:srgbClr val="A7A783"/>
    <a:srgbClr val="ED32E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8C4F6C-587E-483C-BD29-9519FFF29A95}" type="datetimeFigureOut">
              <a:rPr lang="en-US" smtClean="0"/>
              <a:t>3/29/2026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3F3798-D10B-4968-84DF-18F6E7BC09C2}" type="slidenum">
              <a:rPr lang="en-US" smtClean="0"/>
              <a:t>‹#›</a:t>
            </a:fld>
            <a:endParaRPr lang="en-US"/>
          </a:p>
        </p:txBody>
      </p:sp>
    </p:spTree>
    <p:extLst>
      <p:ext uri="{BB962C8B-B14F-4D97-AF65-F5344CB8AC3E}">
        <p14:creationId xmlns:p14="http://schemas.microsoft.com/office/powerpoint/2010/main" val="4093665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Implementing the intended functionality requires carefully considering the projects goals from a high level overview down to the implementation details. In design D0, I outlined the main goal of the project—users looking for the next item in queue. From there, we can move into the finer details in design D1,  enabling the connection to external platforms to automatically track media consumption history. Finally, the user flow from start to finish in design D2 will require downloading the app and creating an account to store user history. Next, users can choose to use either automatic tracking through platform connections or manual tracking in the app. Finally, NQ will return the best candidate for the next item in queue.</a:t>
            </a:r>
          </a:p>
        </p:txBody>
      </p:sp>
      <p:sp>
        <p:nvSpPr>
          <p:cNvPr id="4" name="Slide Number Placeholder 3"/>
          <p:cNvSpPr>
            <a:spLocks noGrp="1"/>
          </p:cNvSpPr>
          <p:nvPr>
            <p:ph type="sldNum" sz="quarter" idx="5"/>
          </p:nvPr>
        </p:nvSpPr>
        <p:spPr/>
        <p:txBody>
          <a:bodyPr/>
          <a:lstStyle/>
          <a:p>
            <a:fld id="{FF3F3798-D10B-4968-84DF-18F6E7BC09C2}" type="slidenum">
              <a:rPr lang="en-US" smtClean="0"/>
              <a:t>7</a:t>
            </a:fld>
            <a:endParaRPr lang="en-US"/>
          </a:p>
        </p:txBody>
      </p:sp>
    </p:spTree>
    <p:extLst>
      <p:ext uri="{BB962C8B-B14F-4D97-AF65-F5344CB8AC3E}">
        <p14:creationId xmlns:p14="http://schemas.microsoft.com/office/powerpoint/2010/main" val="8181438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A1C012-8297-4361-ACE8-A2509FB18911}"/>
              </a:ext>
            </a:extLst>
          </p:cNvPr>
          <p:cNvSpPr/>
          <p:nvPr/>
        </p:nvSpPr>
        <p:spPr>
          <a:xfrm>
            <a:off x="0" y="4206240"/>
            <a:ext cx="12192000" cy="26517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14EC2572-8518-46FF-8F60-FE2963DF4A6E}"/>
              </a:ext>
            </a:extLst>
          </p:cNvPr>
          <p:cNvSpPr>
            <a:spLocks noGrp="1"/>
          </p:cNvSpPr>
          <p:nvPr>
            <p:ph type="ctrTitle"/>
          </p:nvPr>
        </p:nvSpPr>
        <p:spPr>
          <a:xfrm>
            <a:off x="960120" y="640080"/>
            <a:ext cx="10268712" cy="3227832"/>
          </a:xfrm>
        </p:spPr>
        <p:txBody>
          <a:bodyPr anchor="b">
            <a:normAutofit/>
          </a:bodyPr>
          <a:lstStyle>
            <a:lvl1pPr algn="ctr">
              <a:defRPr sz="8800" baseline="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A7A0C76A-7715-48A4-8CF5-14BBF61962A1}"/>
              </a:ext>
            </a:extLst>
          </p:cNvPr>
          <p:cNvSpPr>
            <a:spLocks noGrp="1"/>
          </p:cNvSpPr>
          <p:nvPr>
            <p:ph type="subTitle" idx="1"/>
          </p:nvPr>
        </p:nvSpPr>
        <p:spPr>
          <a:xfrm>
            <a:off x="960120" y="4526280"/>
            <a:ext cx="10268712" cy="1508760"/>
          </a:xfrm>
        </p:spPr>
        <p:txBody>
          <a:bodyPr>
            <a:normAutofit/>
          </a:bodyPr>
          <a:lstStyle>
            <a:lvl1pPr marL="0" indent="0" algn="ctr">
              <a:buNone/>
              <a:defRPr sz="36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Date Placeholder 10">
            <a:extLst>
              <a:ext uri="{FF2B5EF4-FFF2-40B4-BE49-F238E27FC236}">
                <a16:creationId xmlns:a16="http://schemas.microsoft.com/office/drawing/2014/main" id="{52D4EF84-F7DF-49C5-9285-301284ADB99A}"/>
              </a:ext>
            </a:extLst>
          </p:cNvPr>
          <p:cNvSpPr>
            <a:spLocks noGrp="1"/>
          </p:cNvSpPr>
          <p:nvPr>
            <p:ph type="dt" sz="half" idx="10"/>
          </p:nvPr>
        </p:nvSpPr>
        <p:spPr/>
        <p:txBody>
          <a:bodyPr/>
          <a:lstStyle>
            <a:lvl1pPr>
              <a:defRPr>
                <a:solidFill>
                  <a:schemeClr val="bg1"/>
                </a:solidFill>
              </a:defRPr>
            </a:lvl1pPr>
          </a:lstStyle>
          <a:p>
            <a:pPr algn="r"/>
            <a:fld id="{A37D6D71-8B28-4ED6-B932-04B197003D23}" type="datetimeFigureOut">
              <a:rPr lang="en-US" dirty="0"/>
              <a:pPr algn="r"/>
              <a:t>3/29/2026</a:t>
            </a:fld>
            <a:endParaRPr lang="en-US"/>
          </a:p>
        </p:txBody>
      </p:sp>
      <p:sp>
        <p:nvSpPr>
          <p:cNvPr id="12" name="Footer Placeholder 11">
            <a:extLst>
              <a:ext uri="{FF2B5EF4-FFF2-40B4-BE49-F238E27FC236}">
                <a16:creationId xmlns:a16="http://schemas.microsoft.com/office/drawing/2014/main" id="{81266E04-79AF-49EF-86BC-DB29D304BBEC}"/>
              </a:ext>
            </a:extLst>
          </p:cNvPr>
          <p:cNvSpPr>
            <a:spLocks noGrp="1"/>
          </p:cNvSpPr>
          <p:nvPr>
            <p:ph type="ftr" sz="quarter" idx="11"/>
          </p:nvPr>
        </p:nvSpPr>
        <p:spPr/>
        <p:txBody>
          <a:bodyPr/>
          <a:lstStyle>
            <a:lvl1pPr>
              <a:defRPr>
                <a:solidFill>
                  <a:schemeClr val="bg1"/>
                </a:solidFill>
              </a:defRPr>
            </a:lvl1pPr>
          </a:lstStyle>
          <a:p>
            <a:endParaRPr lang="en-US">
              <a:solidFill>
                <a:schemeClr val="bg1"/>
              </a:solidFill>
            </a:endParaRPr>
          </a:p>
        </p:txBody>
      </p:sp>
      <p:sp>
        <p:nvSpPr>
          <p:cNvPr id="13" name="Slide Number Placeholder 12">
            <a:extLst>
              <a:ext uri="{FF2B5EF4-FFF2-40B4-BE49-F238E27FC236}">
                <a16:creationId xmlns:a16="http://schemas.microsoft.com/office/drawing/2014/main" id="{90DF5B53-9A9A-46CE-A910-25ADA58753A8}"/>
              </a:ext>
            </a:extLst>
          </p:cNvPr>
          <p:cNvSpPr>
            <a:spLocks noGrp="1"/>
          </p:cNvSpPr>
          <p:nvPr>
            <p:ph type="sldNum" sz="quarter" idx="12"/>
          </p:nvPr>
        </p:nvSpPr>
        <p:spPr/>
        <p:txBody>
          <a:bodyPr/>
          <a:lstStyle>
            <a:lvl1pPr>
              <a:defRPr>
                <a:solidFill>
                  <a:schemeClr val="bg1"/>
                </a:solidFill>
              </a:defRPr>
            </a:lvl1pPr>
          </a:lstStyle>
          <a:p>
            <a:pPr algn="l"/>
            <a:fld id="{F97E8200-1950-409B-82E7-99938E7AE355}" type="slidenum">
              <a:rPr lang="en-US" dirty="0"/>
              <a:pPr algn="l"/>
              <a:t>‹#›</a:t>
            </a:fld>
            <a:endParaRPr lang="en-US"/>
          </a:p>
        </p:txBody>
      </p:sp>
    </p:spTree>
    <p:extLst>
      <p:ext uri="{BB962C8B-B14F-4D97-AF65-F5344CB8AC3E}">
        <p14:creationId xmlns:p14="http://schemas.microsoft.com/office/powerpoint/2010/main" val="2931728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80910-921F-4143-AB01-0F0AFC2908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0182FC-5A0B-4C24-A6ED-990ED5BA90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B6172F4-3DB0-4AE3-8926-081B78034C68}"/>
              </a:ext>
            </a:extLst>
          </p:cNvPr>
          <p:cNvSpPr>
            <a:spLocks noGrp="1"/>
          </p:cNvSpPr>
          <p:nvPr>
            <p:ph type="dt" sz="half" idx="10"/>
          </p:nvPr>
        </p:nvSpPr>
        <p:spPr/>
        <p:txBody>
          <a:bodyPr/>
          <a:lstStyle/>
          <a:p>
            <a:pPr algn="r"/>
            <a:fld id="{A37D6D71-8B28-4ED6-B932-04B197003D23}" type="datetimeFigureOut">
              <a:rPr lang="en-US" dirty="0"/>
              <a:pPr algn="r"/>
              <a:t>3/29/2026</a:t>
            </a:fld>
            <a:endParaRPr lang="en-US"/>
          </a:p>
        </p:txBody>
      </p:sp>
      <p:sp>
        <p:nvSpPr>
          <p:cNvPr id="8" name="Footer Placeholder 7">
            <a:extLst>
              <a:ext uri="{FF2B5EF4-FFF2-40B4-BE49-F238E27FC236}">
                <a16:creationId xmlns:a16="http://schemas.microsoft.com/office/drawing/2014/main" id="{825F1358-C731-465B-BCB1-2CCBFD6ECF7E}"/>
              </a:ext>
            </a:extLst>
          </p:cNvPr>
          <p:cNvSpPr>
            <a:spLocks noGrp="1"/>
          </p:cNvSpPr>
          <p:nvPr>
            <p:ph type="ftr" sz="quarter" idx="11"/>
          </p:nvPr>
        </p:nvSpPr>
        <p:spPr/>
        <p:txBody>
          <a:bodyPr/>
          <a:lstStyle/>
          <a:p>
            <a:endParaRPr lang="en-US">
              <a:solidFill>
                <a:schemeClr val="tx1"/>
              </a:solidFill>
            </a:endParaRPr>
          </a:p>
        </p:txBody>
      </p:sp>
      <p:sp>
        <p:nvSpPr>
          <p:cNvPr id="9" name="Slide Number Placeholder 8">
            <a:extLst>
              <a:ext uri="{FF2B5EF4-FFF2-40B4-BE49-F238E27FC236}">
                <a16:creationId xmlns:a16="http://schemas.microsoft.com/office/drawing/2014/main" id="{C8D59536-57D3-4C8A-A207-568465A32E45}"/>
              </a:ext>
            </a:extLst>
          </p:cNvPr>
          <p:cNvSpPr>
            <a:spLocks noGrp="1"/>
          </p:cNvSpPr>
          <p:nvPr>
            <p:ph type="sldNum" sz="quarter" idx="12"/>
          </p:nvPr>
        </p:nvSpPr>
        <p:spPr/>
        <p:txBody>
          <a:bodyPr/>
          <a:lstStyle/>
          <a:p>
            <a:pPr algn="l"/>
            <a:fld id="{F97E8200-1950-409B-82E7-99938E7AE355}" type="slidenum">
              <a:rPr lang="en-US" dirty="0"/>
              <a:pPr algn="l"/>
              <a:t>‹#›</a:t>
            </a:fld>
            <a:endParaRPr lang="en-US"/>
          </a:p>
        </p:txBody>
      </p:sp>
    </p:spTree>
    <p:extLst>
      <p:ext uri="{BB962C8B-B14F-4D97-AF65-F5344CB8AC3E}">
        <p14:creationId xmlns:p14="http://schemas.microsoft.com/office/powerpoint/2010/main" val="3241583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1E0804-8E9E-4C6E-B18D-44FE715B239E}"/>
              </a:ext>
            </a:extLst>
          </p:cNvPr>
          <p:cNvSpPr/>
          <p:nvPr/>
        </p:nvSpPr>
        <p:spPr>
          <a:xfrm>
            <a:off x="0" y="0"/>
            <a:ext cx="12192000" cy="422497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EC278AA1-17A5-44BF-8791-EACDA31F5D86}"/>
              </a:ext>
            </a:extLst>
          </p:cNvPr>
          <p:cNvSpPr>
            <a:spLocks noGrp="1"/>
          </p:cNvSpPr>
          <p:nvPr>
            <p:ph type="title"/>
          </p:nvPr>
        </p:nvSpPr>
        <p:spPr>
          <a:xfrm>
            <a:off x="960120" y="768096"/>
            <a:ext cx="10268712" cy="3136392"/>
          </a:xfrm>
        </p:spPr>
        <p:txBody>
          <a:bodyPr anchor="b">
            <a:normAutofit/>
          </a:bodyPr>
          <a:lstStyle>
            <a:lvl1pPr>
              <a:defRPr sz="7200" baseline="0"/>
            </a:lvl1pPr>
          </a:lstStyle>
          <a:p>
            <a:r>
              <a:rPr lang="en-US"/>
              <a:t>Click to edit Master title style</a:t>
            </a:r>
          </a:p>
        </p:txBody>
      </p:sp>
      <p:sp>
        <p:nvSpPr>
          <p:cNvPr id="3" name="Text Placeholder 2">
            <a:extLst>
              <a:ext uri="{FF2B5EF4-FFF2-40B4-BE49-F238E27FC236}">
                <a16:creationId xmlns:a16="http://schemas.microsoft.com/office/drawing/2014/main" id="{601203A5-DA79-4778-AB85-150365748494}"/>
              </a:ext>
            </a:extLst>
          </p:cNvPr>
          <p:cNvSpPr>
            <a:spLocks noGrp="1"/>
          </p:cNvSpPr>
          <p:nvPr>
            <p:ph type="body" idx="1"/>
          </p:nvPr>
        </p:nvSpPr>
        <p:spPr>
          <a:xfrm>
            <a:off x="960120" y="4544568"/>
            <a:ext cx="10268712" cy="1545336"/>
          </a:xfrm>
        </p:spPr>
        <p:txBody>
          <a:bodyPr>
            <a:normAutofit/>
          </a:bodyPr>
          <a:lstStyle>
            <a:lvl1pPr marL="0" indent="0">
              <a:buNone/>
              <a:defRPr sz="3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Date Placeholder 8">
            <a:extLst>
              <a:ext uri="{FF2B5EF4-FFF2-40B4-BE49-F238E27FC236}">
                <a16:creationId xmlns:a16="http://schemas.microsoft.com/office/drawing/2014/main" id="{CE3B1B5E-0912-44AE-BAED-70B980E53915}"/>
              </a:ext>
            </a:extLst>
          </p:cNvPr>
          <p:cNvSpPr>
            <a:spLocks noGrp="1"/>
          </p:cNvSpPr>
          <p:nvPr>
            <p:ph type="dt" sz="half" idx="10"/>
          </p:nvPr>
        </p:nvSpPr>
        <p:spPr/>
        <p:txBody>
          <a:bodyPr/>
          <a:lstStyle/>
          <a:p>
            <a:pPr algn="r"/>
            <a:fld id="{A37D6D71-8B28-4ED6-B932-04B197003D23}" type="datetimeFigureOut">
              <a:rPr lang="en-US" dirty="0"/>
              <a:pPr algn="r"/>
              <a:t>3/29/2026</a:t>
            </a:fld>
            <a:endParaRPr lang="en-US"/>
          </a:p>
        </p:txBody>
      </p:sp>
      <p:sp>
        <p:nvSpPr>
          <p:cNvPr id="10" name="Footer Placeholder 9">
            <a:extLst>
              <a:ext uri="{FF2B5EF4-FFF2-40B4-BE49-F238E27FC236}">
                <a16:creationId xmlns:a16="http://schemas.microsoft.com/office/drawing/2014/main" id="{346C82F1-A7B2-4F03-A26B-59D79BF5BFD5}"/>
              </a:ext>
            </a:extLst>
          </p:cNvPr>
          <p:cNvSpPr>
            <a:spLocks noGrp="1"/>
          </p:cNvSpPr>
          <p:nvPr>
            <p:ph type="ftr" sz="quarter" idx="11"/>
          </p:nvPr>
        </p:nvSpPr>
        <p:spPr/>
        <p:txBody>
          <a:bodyPr/>
          <a:lstStyle/>
          <a:p>
            <a:endParaRPr lang="en-US">
              <a:solidFill>
                <a:schemeClr val="tx1"/>
              </a:solidFill>
            </a:endParaRPr>
          </a:p>
        </p:txBody>
      </p:sp>
      <p:sp>
        <p:nvSpPr>
          <p:cNvPr id="11" name="Slide Number Placeholder 10">
            <a:extLst>
              <a:ext uri="{FF2B5EF4-FFF2-40B4-BE49-F238E27FC236}">
                <a16:creationId xmlns:a16="http://schemas.microsoft.com/office/drawing/2014/main" id="{B1DC1ABC-47A9-477B-A29D-F6690EE6B532}"/>
              </a:ext>
            </a:extLst>
          </p:cNvPr>
          <p:cNvSpPr>
            <a:spLocks noGrp="1"/>
          </p:cNvSpPr>
          <p:nvPr>
            <p:ph type="sldNum" sz="quarter" idx="12"/>
          </p:nvPr>
        </p:nvSpPr>
        <p:spPr/>
        <p:txBody>
          <a:bodyPr/>
          <a:lstStyle/>
          <a:p>
            <a:pPr algn="l"/>
            <a:fld id="{F97E8200-1950-409B-82E7-99938E7AE355}" type="slidenum">
              <a:rPr lang="en-US" dirty="0"/>
              <a:pPr algn="l"/>
              <a:t>‹#›</a:t>
            </a:fld>
            <a:endParaRPr lang="en-US"/>
          </a:p>
        </p:txBody>
      </p:sp>
    </p:spTree>
    <p:extLst>
      <p:ext uri="{BB962C8B-B14F-4D97-AF65-F5344CB8AC3E}">
        <p14:creationId xmlns:p14="http://schemas.microsoft.com/office/powerpoint/2010/main" val="17221885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5F398-F05F-4793-9FA5-5B817EB95A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17F1CD-2CD4-4BBB-AB36-73A20B1A8D69}"/>
              </a:ext>
            </a:extLst>
          </p:cNvPr>
          <p:cNvSpPr>
            <a:spLocks noGrp="1"/>
          </p:cNvSpPr>
          <p:nvPr>
            <p:ph sz="half" idx="1"/>
          </p:nvPr>
        </p:nvSpPr>
        <p:spPr>
          <a:xfrm>
            <a:off x="960120" y="2587752"/>
            <a:ext cx="4815840" cy="35935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7BBE02-B884-4CCC-9CBD-13B792BBA2BE}"/>
              </a:ext>
            </a:extLst>
          </p:cNvPr>
          <p:cNvSpPr>
            <a:spLocks noGrp="1"/>
          </p:cNvSpPr>
          <p:nvPr>
            <p:ph sz="half" idx="2"/>
          </p:nvPr>
        </p:nvSpPr>
        <p:spPr>
          <a:xfrm>
            <a:off x="6412992" y="2583371"/>
            <a:ext cx="4815840" cy="35935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Date Placeholder 11">
            <a:extLst>
              <a:ext uri="{FF2B5EF4-FFF2-40B4-BE49-F238E27FC236}">
                <a16:creationId xmlns:a16="http://schemas.microsoft.com/office/drawing/2014/main" id="{B7FBE509-AA68-4D63-A589-AD5DE7FFFECA}"/>
              </a:ext>
            </a:extLst>
          </p:cNvPr>
          <p:cNvSpPr>
            <a:spLocks noGrp="1"/>
          </p:cNvSpPr>
          <p:nvPr>
            <p:ph type="dt" sz="half" idx="10"/>
          </p:nvPr>
        </p:nvSpPr>
        <p:spPr/>
        <p:txBody>
          <a:bodyPr/>
          <a:lstStyle/>
          <a:p>
            <a:pPr algn="r"/>
            <a:fld id="{A37D6D71-8B28-4ED6-B932-04B197003D23}" type="datetimeFigureOut">
              <a:rPr lang="en-US" dirty="0"/>
              <a:pPr algn="r"/>
              <a:t>3/29/2026</a:t>
            </a:fld>
            <a:endParaRPr lang="en-US"/>
          </a:p>
        </p:txBody>
      </p:sp>
      <p:sp>
        <p:nvSpPr>
          <p:cNvPr id="13" name="Footer Placeholder 12">
            <a:extLst>
              <a:ext uri="{FF2B5EF4-FFF2-40B4-BE49-F238E27FC236}">
                <a16:creationId xmlns:a16="http://schemas.microsoft.com/office/drawing/2014/main" id="{9C1A4D52-57E4-4F45-BC2C-9FD73E9CEC59}"/>
              </a:ext>
            </a:extLst>
          </p:cNvPr>
          <p:cNvSpPr>
            <a:spLocks noGrp="1"/>
          </p:cNvSpPr>
          <p:nvPr>
            <p:ph type="ftr" sz="quarter" idx="11"/>
          </p:nvPr>
        </p:nvSpPr>
        <p:spPr/>
        <p:txBody>
          <a:bodyPr/>
          <a:lstStyle/>
          <a:p>
            <a:endParaRPr lang="en-US">
              <a:solidFill>
                <a:schemeClr val="tx1"/>
              </a:solidFill>
            </a:endParaRPr>
          </a:p>
        </p:txBody>
      </p:sp>
      <p:sp>
        <p:nvSpPr>
          <p:cNvPr id="14" name="Slide Number Placeholder 13">
            <a:extLst>
              <a:ext uri="{FF2B5EF4-FFF2-40B4-BE49-F238E27FC236}">
                <a16:creationId xmlns:a16="http://schemas.microsoft.com/office/drawing/2014/main" id="{E76AD5E1-358D-4236-85AE-74713259EF08}"/>
              </a:ext>
            </a:extLst>
          </p:cNvPr>
          <p:cNvSpPr>
            <a:spLocks noGrp="1"/>
          </p:cNvSpPr>
          <p:nvPr>
            <p:ph type="sldNum" sz="quarter" idx="12"/>
          </p:nvPr>
        </p:nvSpPr>
        <p:spPr/>
        <p:txBody>
          <a:bodyPr/>
          <a:lstStyle/>
          <a:p>
            <a:pPr algn="l"/>
            <a:fld id="{F97E8200-1950-409B-82E7-99938E7AE355}" type="slidenum">
              <a:rPr lang="en-US" dirty="0"/>
              <a:pPr algn="l"/>
              <a:t>‹#›</a:t>
            </a:fld>
            <a:endParaRPr lang="en-US"/>
          </a:p>
        </p:txBody>
      </p:sp>
    </p:spTree>
    <p:extLst>
      <p:ext uri="{BB962C8B-B14F-4D97-AF65-F5344CB8AC3E}">
        <p14:creationId xmlns:p14="http://schemas.microsoft.com/office/powerpoint/2010/main" val="26422191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87D32C-166A-4FBE-B24D-C25769095429}"/>
              </a:ext>
            </a:extLst>
          </p:cNvPr>
          <p:cNvSpPr>
            <a:spLocks noGrp="1"/>
          </p:cNvSpPr>
          <p:nvPr>
            <p:ph type="body" idx="1"/>
          </p:nvPr>
        </p:nvSpPr>
        <p:spPr>
          <a:xfrm>
            <a:off x="960121" y="2587752"/>
            <a:ext cx="4818888" cy="892048"/>
          </a:xfrm>
        </p:spPr>
        <p:txBody>
          <a:bodyPr anchor="ctr"/>
          <a:lstStyle>
            <a:lvl1pPr marL="0" indent="0">
              <a:buNone/>
              <a:defRPr sz="26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9EC567-F249-462A-B71A-9C40D50E26AA}"/>
              </a:ext>
            </a:extLst>
          </p:cNvPr>
          <p:cNvSpPr>
            <a:spLocks noGrp="1"/>
          </p:cNvSpPr>
          <p:nvPr>
            <p:ph sz="half" idx="2"/>
          </p:nvPr>
        </p:nvSpPr>
        <p:spPr>
          <a:xfrm>
            <a:off x="960120" y="3594538"/>
            <a:ext cx="4818888" cy="2586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BB7D2C6-69D1-4DE4-BF68-5FB0623DB9E3}"/>
              </a:ext>
            </a:extLst>
          </p:cNvPr>
          <p:cNvSpPr>
            <a:spLocks noGrp="1"/>
          </p:cNvSpPr>
          <p:nvPr>
            <p:ph type="body" sz="quarter" idx="3"/>
          </p:nvPr>
        </p:nvSpPr>
        <p:spPr>
          <a:xfrm>
            <a:off x="6409944" y="2587752"/>
            <a:ext cx="4818888" cy="892048"/>
          </a:xfrm>
        </p:spPr>
        <p:txBody>
          <a:bodyPr anchor="ctr"/>
          <a:lstStyle>
            <a:lvl1pPr marL="0" indent="0">
              <a:buNone/>
              <a:defRPr sz="26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367CC7-ED09-4F8D-A39A-C5969D33B9F8}"/>
              </a:ext>
            </a:extLst>
          </p:cNvPr>
          <p:cNvSpPr>
            <a:spLocks noGrp="1"/>
          </p:cNvSpPr>
          <p:nvPr>
            <p:ph sz="quarter" idx="4"/>
          </p:nvPr>
        </p:nvSpPr>
        <p:spPr>
          <a:xfrm>
            <a:off x="6409944" y="3594538"/>
            <a:ext cx="4818888" cy="2586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5F92A44F-DE98-4FB5-B474-5DCCDD267A79}"/>
              </a:ext>
            </a:extLst>
          </p:cNvPr>
          <p:cNvSpPr>
            <a:spLocks noGrp="1"/>
          </p:cNvSpPr>
          <p:nvPr>
            <p:ph type="dt" sz="half" idx="10"/>
          </p:nvPr>
        </p:nvSpPr>
        <p:spPr/>
        <p:txBody>
          <a:bodyPr/>
          <a:lstStyle/>
          <a:p>
            <a:pPr algn="r"/>
            <a:fld id="{A37D6D71-8B28-4ED6-B932-04B197003D23}" type="datetimeFigureOut">
              <a:rPr lang="en-US" dirty="0"/>
              <a:pPr algn="r"/>
              <a:t>3/29/2026</a:t>
            </a:fld>
            <a:endParaRPr lang="en-US"/>
          </a:p>
        </p:txBody>
      </p:sp>
      <p:sp>
        <p:nvSpPr>
          <p:cNvPr id="11" name="Footer Placeholder 10">
            <a:extLst>
              <a:ext uri="{FF2B5EF4-FFF2-40B4-BE49-F238E27FC236}">
                <a16:creationId xmlns:a16="http://schemas.microsoft.com/office/drawing/2014/main" id="{3ACC79DA-A9E4-4E93-93F1-81907A901BBB}"/>
              </a:ext>
            </a:extLst>
          </p:cNvPr>
          <p:cNvSpPr>
            <a:spLocks noGrp="1"/>
          </p:cNvSpPr>
          <p:nvPr>
            <p:ph type="ftr" sz="quarter" idx="11"/>
          </p:nvPr>
        </p:nvSpPr>
        <p:spPr/>
        <p:txBody>
          <a:bodyPr/>
          <a:lstStyle/>
          <a:p>
            <a:endParaRPr lang="en-US">
              <a:solidFill>
                <a:schemeClr val="tx1"/>
              </a:solidFill>
            </a:endParaRPr>
          </a:p>
        </p:txBody>
      </p:sp>
      <p:sp>
        <p:nvSpPr>
          <p:cNvPr id="12" name="Slide Number Placeholder 11">
            <a:extLst>
              <a:ext uri="{FF2B5EF4-FFF2-40B4-BE49-F238E27FC236}">
                <a16:creationId xmlns:a16="http://schemas.microsoft.com/office/drawing/2014/main" id="{404DFE57-AA80-4ED8-AD77-35CC56F3FBC6}"/>
              </a:ext>
            </a:extLst>
          </p:cNvPr>
          <p:cNvSpPr>
            <a:spLocks noGrp="1"/>
          </p:cNvSpPr>
          <p:nvPr>
            <p:ph type="sldNum" sz="quarter" idx="12"/>
          </p:nvPr>
        </p:nvSpPr>
        <p:spPr/>
        <p:txBody>
          <a:bodyPr/>
          <a:lstStyle/>
          <a:p>
            <a:pPr algn="l"/>
            <a:fld id="{F97E8200-1950-409B-82E7-99938E7AE355}" type="slidenum">
              <a:rPr lang="en-US" dirty="0"/>
              <a:pPr algn="l"/>
              <a:t>‹#›</a:t>
            </a:fld>
            <a:endParaRPr lang="en-US"/>
          </a:p>
        </p:txBody>
      </p:sp>
      <p:sp>
        <p:nvSpPr>
          <p:cNvPr id="13" name="Title 12">
            <a:extLst>
              <a:ext uri="{FF2B5EF4-FFF2-40B4-BE49-F238E27FC236}">
                <a16:creationId xmlns:a16="http://schemas.microsoft.com/office/drawing/2014/main" id="{FB62259C-ADDF-4293-AD3B-AB2E04A7483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026254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C7BA0-DC57-452F-85B7-C979AA690920}"/>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F1C53797-8D72-4774-AC93-EB9FDD650CCD}"/>
              </a:ext>
            </a:extLst>
          </p:cNvPr>
          <p:cNvSpPr>
            <a:spLocks noGrp="1"/>
          </p:cNvSpPr>
          <p:nvPr>
            <p:ph type="dt" sz="half" idx="10"/>
          </p:nvPr>
        </p:nvSpPr>
        <p:spPr/>
        <p:txBody>
          <a:bodyPr/>
          <a:lstStyle/>
          <a:p>
            <a:pPr algn="r"/>
            <a:fld id="{A37D6D71-8B28-4ED6-B932-04B197003D23}" type="datetimeFigureOut">
              <a:rPr lang="en-US" dirty="0"/>
              <a:pPr algn="r"/>
              <a:t>3/29/2026</a:t>
            </a:fld>
            <a:endParaRPr lang="en-US"/>
          </a:p>
        </p:txBody>
      </p:sp>
      <p:sp>
        <p:nvSpPr>
          <p:cNvPr id="7" name="Footer Placeholder 6">
            <a:extLst>
              <a:ext uri="{FF2B5EF4-FFF2-40B4-BE49-F238E27FC236}">
                <a16:creationId xmlns:a16="http://schemas.microsoft.com/office/drawing/2014/main" id="{9E945AB7-1A32-4516-ABF9-B40958AE2E73}"/>
              </a:ext>
            </a:extLst>
          </p:cNvPr>
          <p:cNvSpPr>
            <a:spLocks noGrp="1"/>
          </p:cNvSpPr>
          <p:nvPr>
            <p:ph type="ftr" sz="quarter" idx="11"/>
          </p:nvPr>
        </p:nvSpPr>
        <p:spPr/>
        <p:txBody>
          <a:bodyPr/>
          <a:lstStyle/>
          <a:p>
            <a:endParaRPr lang="en-US">
              <a:solidFill>
                <a:schemeClr val="tx1"/>
              </a:solidFill>
            </a:endParaRPr>
          </a:p>
        </p:txBody>
      </p:sp>
      <p:sp>
        <p:nvSpPr>
          <p:cNvPr id="8" name="Slide Number Placeholder 7">
            <a:extLst>
              <a:ext uri="{FF2B5EF4-FFF2-40B4-BE49-F238E27FC236}">
                <a16:creationId xmlns:a16="http://schemas.microsoft.com/office/drawing/2014/main" id="{B22923C3-1D67-4089-A6B1-9A10315E807F}"/>
              </a:ext>
            </a:extLst>
          </p:cNvPr>
          <p:cNvSpPr>
            <a:spLocks noGrp="1"/>
          </p:cNvSpPr>
          <p:nvPr>
            <p:ph type="sldNum" sz="quarter" idx="12"/>
          </p:nvPr>
        </p:nvSpPr>
        <p:spPr/>
        <p:txBody>
          <a:bodyPr/>
          <a:lstStyle/>
          <a:p>
            <a:pPr algn="l"/>
            <a:fld id="{F97E8200-1950-409B-82E7-99938E7AE355}" type="slidenum">
              <a:rPr lang="en-US" dirty="0"/>
              <a:pPr algn="l"/>
              <a:t>‹#›</a:t>
            </a:fld>
            <a:endParaRPr lang="en-US"/>
          </a:p>
        </p:txBody>
      </p:sp>
    </p:spTree>
    <p:extLst>
      <p:ext uri="{BB962C8B-B14F-4D97-AF65-F5344CB8AC3E}">
        <p14:creationId xmlns:p14="http://schemas.microsoft.com/office/powerpoint/2010/main" val="325509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FC0A8DC1-14F6-453B-A724-D6493F063F83}"/>
              </a:ext>
            </a:extLst>
          </p:cNvPr>
          <p:cNvSpPr>
            <a:spLocks noGrp="1"/>
          </p:cNvSpPr>
          <p:nvPr>
            <p:ph type="dt" sz="half" idx="10"/>
          </p:nvPr>
        </p:nvSpPr>
        <p:spPr/>
        <p:txBody>
          <a:bodyPr/>
          <a:lstStyle/>
          <a:p>
            <a:pPr algn="r"/>
            <a:fld id="{A37D6D71-8B28-4ED6-B932-04B197003D23}" type="datetimeFigureOut">
              <a:rPr lang="en-US" dirty="0"/>
              <a:pPr algn="r"/>
              <a:t>3/29/2026</a:t>
            </a:fld>
            <a:endParaRPr lang="en-US"/>
          </a:p>
        </p:txBody>
      </p:sp>
      <p:sp>
        <p:nvSpPr>
          <p:cNvPr id="6" name="Footer Placeholder 5">
            <a:extLst>
              <a:ext uri="{FF2B5EF4-FFF2-40B4-BE49-F238E27FC236}">
                <a16:creationId xmlns:a16="http://schemas.microsoft.com/office/drawing/2014/main" id="{66E63FF0-1A91-4698-B12A-112D05373593}"/>
              </a:ext>
            </a:extLst>
          </p:cNvPr>
          <p:cNvSpPr>
            <a:spLocks noGrp="1"/>
          </p:cNvSpPr>
          <p:nvPr>
            <p:ph type="ftr" sz="quarter" idx="11"/>
          </p:nvPr>
        </p:nvSpPr>
        <p:spPr/>
        <p:txBody>
          <a:bodyPr/>
          <a:lstStyle/>
          <a:p>
            <a:endParaRPr lang="en-US">
              <a:solidFill>
                <a:schemeClr val="tx1"/>
              </a:solidFill>
            </a:endParaRPr>
          </a:p>
        </p:txBody>
      </p:sp>
      <p:sp>
        <p:nvSpPr>
          <p:cNvPr id="7" name="Slide Number Placeholder 6">
            <a:extLst>
              <a:ext uri="{FF2B5EF4-FFF2-40B4-BE49-F238E27FC236}">
                <a16:creationId xmlns:a16="http://schemas.microsoft.com/office/drawing/2014/main" id="{1E066D53-44B3-4F04-93FD-9756A60139F9}"/>
              </a:ext>
            </a:extLst>
          </p:cNvPr>
          <p:cNvSpPr>
            <a:spLocks noGrp="1"/>
          </p:cNvSpPr>
          <p:nvPr>
            <p:ph type="sldNum" sz="quarter" idx="12"/>
          </p:nvPr>
        </p:nvSpPr>
        <p:spPr/>
        <p:txBody>
          <a:bodyPr/>
          <a:lstStyle/>
          <a:p>
            <a:pPr algn="l"/>
            <a:fld id="{F97E8200-1950-409B-82E7-99938E7AE355}" type="slidenum">
              <a:rPr lang="en-US" dirty="0"/>
              <a:pPr algn="l"/>
              <a:t>‹#›</a:t>
            </a:fld>
            <a:endParaRPr lang="en-US"/>
          </a:p>
        </p:txBody>
      </p:sp>
    </p:spTree>
    <p:extLst>
      <p:ext uri="{BB962C8B-B14F-4D97-AF65-F5344CB8AC3E}">
        <p14:creationId xmlns:p14="http://schemas.microsoft.com/office/powerpoint/2010/main" val="14288443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83A0FE-F7E3-433E-9A29-D778690D223A}"/>
              </a:ext>
            </a:extLst>
          </p:cNvPr>
          <p:cNvSpPr>
            <a:spLocks noGrp="1"/>
          </p:cNvSpPr>
          <p:nvPr>
            <p:ph idx="1"/>
          </p:nvPr>
        </p:nvSpPr>
        <p:spPr>
          <a:xfrm>
            <a:off x="5183188" y="2591850"/>
            <a:ext cx="6045644" cy="3593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794B15D-55F5-4208-AF40-41CAFEB56F4C}"/>
              </a:ext>
            </a:extLst>
          </p:cNvPr>
          <p:cNvSpPr>
            <a:spLocks noGrp="1"/>
          </p:cNvSpPr>
          <p:nvPr>
            <p:ph type="body" sz="half" idx="2"/>
          </p:nvPr>
        </p:nvSpPr>
        <p:spPr>
          <a:xfrm>
            <a:off x="960120" y="2591850"/>
            <a:ext cx="3811905" cy="3277137"/>
          </a:xfrm>
        </p:spPr>
        <p:txBody>
          <a:bodyPr anchor="ct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E8A46CE7-2F0F-4C85-B633-B9FCB8347AE7}"/>
              </a:ext>
            </a:extLst>
          </p:cNvPr>
          <p:cNvSpPr>
            <a:spLocks noGrp="1"/>
          </p:cNvSpPr>
          <p:nvPr>
            <p:ph type="dt" sz="half" idx="10"/>
          </p:nvPr>
        </p:nvSpPr>
        <p:spPr/>
        <p:txBody>
          <a:bodyPr/>
          <a:lstStyle/>
          <a:p>
            <a:pPr algn="r"/>
            <a:fld id="{A37D6D71-8B28-4ED6-B932-04B197003D23}" type="datetimeFigureOut">
              <a:rPr lang="en-US" dirty="0"/>
              <a:pPr algn="r"/>
              <a:t>3/29/2026</a:t>
            </a:fld>
            <a:endParaRPr lang="en-US"/>
          </a:p>
        </p:txBody>
      </p:sp>
      <p:sp>
        <p:nvSpPr>
          <p:cNvPr id="9" name="Footer Placeholder 8">
            <a:extLst>
              <a:ext uri="{FF2B5EF4-FFF2-40B4-BE49-F238E27FC236}">
                <a16:creationId xmlns:a16="http://schemas.microsoft.com/office/drawing/2014/main" id="{D0900919-3A73-4918-9D97-8DBE7ABB7A19}"/>
              </a:ext>
            </a:extLst>
          </p:cNvPr>
          <p:cNvSpPr>
            <a:spLocks noGrp="1"/>
          </p:cNvSpPr>
          <p:nvPr>
            <p:ph type="ftr" sz="quarter" idx="11"/>
          </p:nvPr>
        </p:nvSpPr>
        <p:spPr/>
        <p:txBody>
          <a:bodyPr/>
          <a:lstStyle/>
          <a:p>
            <a:endParaRPr lang="en-US">
              <a:solidFill>
                <a:schemeClr val="tx1"/>
              </a:solidFill>
            </a:endParaRPr>
          </a:p>
        </p:txBody>
      </p:sp>
      <p:sp>
        <p:nvSpPr>
          <p:cNvPr id="10" name="Slide Number Placeholder 9">
            <a:extLst>
              <a:ext uri="{FF2B5EF4-FFF2-40B4-BE49-F238E27FC236}">
                <a16:creationId xmlns:a16="http://schemas.microsoft.com/office/drawing/2014/main" id="{08BC1001-E44E-4A9A-9E60-2E319A844F65}"/>
              </a:ext>
            </a:extLst>
          </p:cNvPr>
          <p:cNvSpPr>
            <a:spLocks noGrp="1"/>
          </p:cNvSpPr>
          <p:nvPr>
            <p:ph type="sldNum" sz="quarter" idx="12"/>
          </p:nvPr>
        </p:nvSpPr>
        <p:spPr/>
        <p:txBody>
          <a:bodyPr/>
          <a:lstStyle/>
          <a:p>
            <a:pPr algn="l"/>
            <a:fld id="{F97E8200-1950-409B-82E7-99938E7AE355}" type="slidenum">
              <a:rPr lang="en-US" dirty="0"/>
              <a:pPr algn="l"/>
              <a:t>‹#›</a:t>
            </a:fld>
            <a:endParaRPr lang="en-US"/>
          </a:p>
        </p:txBody>
      </p:sp>
      <p:sp>
        <p:nvSpPr>
          <p:cNvPr id="11" name="Title 10">
            <a:extLst>
              <a:ext uri="{FF2B5EF4-FFF2-40B4-BE49-F238E27FC236}">
                <a16:creationId xmlns:a16="http://schemas.microsoft.com/office/drawing/2014/main" id="{A125AC31-022C-40AA-B65C-C9AC48395A6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960594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797A575-703F-410E-9A84-F9B578FEAE80}"/>
              </a:ext>
            </a:extLst>
          </p:cNvPr>
          <p:cNvSpPr>
            <a:spLocks noGrp="1" noChangeAspect="1"/>
          </p:cNvSpPr>
          <p:nvPr>
            <p:ph type="pic" idx="1"/>
          </p:nvPr>
        </p:nvSpPr>
        <p:spPr>
          <a:xfrm>
            <a:off x="0" y="2267712"/>
            <a:ext cx="6571469" cy="4590288"/>
          </a:xfrm>
          <a:solidFill>
            <a:schemeClr val="bg1">
              <a:lumMod val="85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518B509-934D-400A-A922-45B61AC6EDD8}"/>
              </a:ext>
            </a:extLst>
          </p:cNvPr>
          <p:cNvSpPr>
            <a:spLocks noGrp="1"/>
          </p:cNvSpPr>
          <p:nvPr>
            <p:ph type="body" sz="half" idx="2"/>
          </p:nvPr>
        </p:nvSpPr>
        <p:spPr>
          <a:xfrm>
            <a:off x="7235971" y="2587752"/>
            <a:ext cx="3992856" cy="3593592"/>
          </a:xfrm>
        </p:spPr>
        <p:txBody>
          <a:bodyPr anchor="ct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99813C51-6954-4F3A-A043-D1BCC8B50F83}"/>
              </a:ext>
            </a:extLst>
          </p:cNvPr>
          <p:cNvSpPr>
            <a:spLocks noGrp="1"/>
          </p:cNvSpPr>
          <p:nvPr>
            <p:ph type="dt" sz="half" idx="10"/>
          </p:nvPr>
        </p:nvSpPr>
        <p:spPr/>
        <p:txBody>
          <a:bodyPr/>
          <a:lstStyle/>
          <a:p>
            <a:pPr algn="r"/>
            <a:fld id="{A37D6D71-8B28-4ED6-B932-04B197003D23}" type="datetimeFigureOut">
              <a:rPr lang="en-US" dirty="0"/>
              <a:pPr algn="r"/>
              <a:t>3/29/2026</a:t>
            </a:fld>
            <a:endParaRPr lang="en-US"/>
          </a:p>
        </p:txBody>
      </p:sp>
      <p:sp>
        <p:nvSpPr>
          <p:cNvPr id="9" name="Footer Placeholder 8">
            <a:extLst>
              <a:ext uri="{FF2B5EF4-FFF2-40B4-BE49-F238E27FC236}">
                <a16:creationId xmlns:a16="http://schemas.microsoft.com/office/drawing/2014/main" id="{C0AC32FB-49A3-40E4-9D24-177597043627}"/>
              </a:ext>
            </a:extLst>
          </p:cNvPr>
          <p:cNvSpPr>
            <a:spLocks noGrp="1"/>
          </p:cNvSpPr>
          <p:nvPr>
            <p:ph type="ftr" sz="quarter" idx="11"/>
          </p:nvPr>
        </p:nvSpPr>
        <p:spPr/>
        <p:txBody>
          <a:bodyPr/>
          <a:lstStyle>
            <a:lvl1pPr>
              <a:defRPr>
                <a:solidFill>
                  <a:srgbClr val="FFFFFF"/>
                </a:solidFill>
                <a:effectLst>
                  <a:outerShdw blurRad="50800" dist="38100" dir="2700000" algn="tl" rotWithShape="0">
                    <a:prstClr val="black">
                      <a:alpha val="43000"/>
                    </a:prstClr>
                  </a:outerShdw>
                </a:effectLst>
              </a:defRPr>
            </a:lvl1pPr>
          </a:lstStyle>
          <a:p>
            <a:endParaRPr lang="en-US">
              <a:effectLst>
                <a:outerShdw blurRad="50800" dist="38100" dir="2700000" algn="tl" rotWithShape="0">
                  <a:prstClr val="black">
                    <a:alpha val="43000"/>
                  </a:prstClr>
                </a:outerShdw>
              </a:effectLst>
            </a:endParaRPr>
          </a:p>
        </p:txBody>
      </p:sp>
      <p:sp>
        <p:nvSpPr>
          <p:cNvPr id="10" name="Slide Number Placeholder 9">
            <a:extLst>
              <a:ext uri="{FF2B5EF4-FFF2-40B4-BE49-F238E27FC236}">
                <a16:creationId xmlns:a16="http://schemas.microsoft.com/office/drawing/2014/main" id="{EC93F5E6-DAE6-447B-8038-5F4C9A799F57}"/>
              </a:ext>
            </a:extLst>
          </p:cNvPr>
          <p:cNvSpPr>
            <a:spLocks noGrp="1"/>
          </p:cNvSpPr>
          <p:nvPr>
            <p:ph type="sldNum" sz="quarter" idx="12"/>
          </p:nvPr>
        </p:nvSpPr>
        <p:spPr/>
        <p:txBody>
          <a:bodyPr/>
          <a:lstStyle/>
          <a:p>
            <a:pPr algn="l"/>
            <a:fld id="{F97E8200-1950-409B-82E7-99938E7AE355}" type="slidenum">
              <a:rPr lang="en-US" dirty="0"/>
              <a:pPr algn="l"/>
              <a:t>‹#›</a:t>
            </a:fld>
            <a:endParaRPr lang="en-US"/>
          </a:p>
        </p:txBody>
      </p:sp>
      <p:sp>
        <p:nvSpPr>
          <p:cNvPr id="2" name="Title 1">
            <a:extLst>
              <a:ext uri="{FF2B5EF4-FFF2-40B4-BE49-F238E27FC236}">
                <a16:creationId xmlns:a16="http://schemas.microsoft.com/office/drawing/2014/main" id="{9BFF97FB-514D-4FE8-A9A4-E9A111A56ED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738400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327B9-64C6-4AFE-8E67-F60CD17A800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92656D-F600-4D76-8A0F-BDBE78759B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6A13412-4939-4879-B91F-BB5B029B6CEB}"/>
              </a:ext>
            </a:extLst>
          </p:cNvPr>
          <p:cNvSpPr>
            <a:spLocks noGrp="1"/>
          </p:cNvSpPr>
          <p:nvPr>
            <p:ph type="dt" sz="half" idx="10"/>
          </p:nvPr>
        </p:nvSpPr>
        <p:spPr/>
        <p:txBody>
          <a:bodyPr/>
          <a:lstStyle/>
          <a:p>
            <a:pPr algn="r"/>
            <a:fld id="{A37D6D71-8B28-4ED6-B932-04B197003D23}" type="datetimeFigureOut">
              <a:rPr lang="en-US" dirty="0"/>
              <a:pPr algn="r"/>
              <a:t>3/29/2026</a:t>
            </a:fld>
            <a:endParaRPr lang="en-US"/>
          </a:p>
        </p:txBody>
      </p:sp>
      <p:sp>
        <p:nvSpPr>
          <p:cNvPr id="8" name="Footer Placeholder 7">
            <a:extLst>
              <a:ext uri="{FF2B5EF4-FFF2-40B4-BE49-F238E27FC236}">
                <a16:creationId xmlns:a16="http://schemas.microsoft.com/office/drawing/2014/main" id="{95237DB9-DE7D-4687-82D7-612600F06C3E}"/>
              </a:ext>
            </a:extLst>
          </p:cNvPr>
          <p:cNvSpPr>
            <a:spLocks noGrp="1"/>
          </p:cNvSpPr>
          <p:nvPr>
            <p:ph type="ftr" sz="quarter" idx="11"/>
          </p:nvPr>
        </p:nvSpPr>
        <p:spPr/>
        <p:txBody>
          <a:bodyPr/>
          <a:lstStyle/>
          <a:p>
            <a:endParaRPr lang="en-US">
              <a:solidFill>
                <a:schemeClr val="tx1"/>
              </a:solidFill>
            </a:endParaRPr>
          </a:p>
        </p:txBody>
      </p:sp>
      <p:sp>
        <p:nvSpPr>
          <p:cNvPr id="9" name="Slide Number Placeholder 8">
            <a:extLst>
              <a:ext uri="{FF2B5EF4-FFF2-40B4-BE49-F238E27FC236}">
                <a16:creationId xmlns:a16="http://schemas.microsoft.com/office/drawing/2014/main" id="{6C819356-0444-4C23-82D3-E2FDE28D3DCB}"/>
              </a:ext>
            </a:extLst>
          </p:cNvPr>
          <p:cNvSpPr>
            <a:spLocks noGrp="1"/>
          </p:cNvSpPr>
          <p:nvPr>
            <p:ph type="sldNum" sz="quarter" idx="12"/>
          </p:nvPr>
        </p:nvSpPr>
        <p:spPr/>
        <p:txBody>
          <a:bodyPr/>
          <a:lstStyle/>
          <a:p>
            <a:pPr algn="l"/>
            <a:fld id="{F97E8200-1950-409B-82E7-99938E7AE355}" type="slidenum">
              <a:rPr lang="en-US" dirty="0"/>
              <a:pPr algn="l"/>
              <a:t>‹#›</a:t>
            </a:fld>
            <a:endParaRPr lang="en-US"/>
          </a:p>
        </p:txBody>
      </p:sp>
    </p:spTree>
    <p:extLst>
      <p:ext uri="{BB962C8B-B14F-4D97-AF65-F5344CB8AC3E}">
        <p14:creationId xmlns:p14="http://schemas.microsoft.com/office/powerpoint/2010/main" val="183438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EB51B7C-D548-4AB7-90A4-C196105E6D56}"/>
              </a:ext>
            </a:extLst>
          </p:cNvPr>
          <p:cNvSpPr/>
          <p:nvPr/>
        </p:nvSpPr>
        <p:spPr>
          <a:xfrm>
            <a:off x="7108274" y="0"/>
            <a:ext cx="508372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a:extLst>
              <a:ext uri="{FF2B5EF4-FFF2-40B4-BE49-F238E27FC236}">
                <a16:creationId xmlns:a16="http://schemas.microsoft.com/office/drawing/2014/main" id="{32DC521B-8B54-4843-9FF4-B2C30FA0043F}"/>
              </a:ext>
            </a:extLst>
          </p:cNvPr>
          <p:cNvSpPr>
            <a:spLocks noGrp="1"/>
          </p:cNvSpPr>
          <p:nvPr>
            <p:ph type="title" orient="vert"/>
          </p:nvPr>
        </p:nvSpPr>
        <p:spPr>
          <a:xfrm>
            <a:off x="7751740" y="643467"/>
            <a:ext cx="3477092" cy="5533495"/>
          </a:xfrm>
        </p:spPr>
        <p:txBody>
          <a:bodyPr vert="eaVert" tIns="91440" bIns="91440"/>
          <a:lstStyle/>
          <a:p>
            <a:r>
              <a:rPr lang="en-US"/>
              <a:t>Click to edit Master title style</a:t>
            </a:r>
          </a:p>
        </p:txBody>
      </p:sp>
      <p:sp>
        <p:nvSpPr>
          <p:cNvPr id="3" name="Vertical Text Placeholder 2">
            <a:extLst>
              <a:ext uri="{FF2B5EF4-FFF2-40B4-BE49-F238E27FC236}">
                <a16:creationId xmlns:a16="http://schemas.microsoft.com/office/drawing/2014/main" id="{410E3F10-9E27-41E6-A965-4243E37BE3D5}"/>
              </a:ext>
            </a:extLst>
          </p:cNvPr>
          <p:cNvSpPr>
            <a:spLocks noGrp="1"/>
          </p:cNvSpPr>
          <p:nvPr>
            <p:ph type="body" orient="vert" idx="1"/>
          </p:nvPr>
        </p:nvSpPr>
        <p:spPr>
          <a:xfrm>
            <a:off x="960120" y="643467"/>
            <a:ext cx="5504687" cy="5533496"/>
          </a:xfrm>
        </p:spPr>
        <p:txBody>
          <a:bodyPr vert="eaVert" tIns="91440" bIns="914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341D62D-51A0-4AD7-8027-BF548FB6AAF3}"/>
              </a:ext>
            </a:extLst>
          </p:cNvPr>
          <p:cNvSpPr>
            <a:spLocks noGrp="1"/>
          </p:cNvSpPr>
          <p:nvPr>
            <p:ph type="dt" sz="half" idx="10"/>
          </p:nvPr>
        </p:nvSpPr>
        <p:spPr>
          <a:xfrm>
            <a:off x="7617898" y="6356350"/>
            <a:ext cx="2522798" cy="365125"/>
          </a:xfrm>
        </p:spPr>
        <p:txBody>
          <a:bodyPr/>
          <a:lstStyle>
            <a:lvl1pPr>
              <a:defRPr>
                <a:solidFill>
                  <a:schemeClr val="bg1"/>
                </a:solidFill>
              </a:defRPr>
            </a:lvl1pPr>
          </a:lstStyle>
          <a:p>
            <a:pPr algn="r"/>
            <a:fld id="{A37D6D71-8B28-4ED6-B932-04B197003D23}" type="datetimeFigureOut">
              <a:rPr lang="en-US" dirty="0"/>
              <a:pPr algn="r"/>
              <a:t>3/29/2026</a:t>
            </a:fld>
            <a:endParaRPr lang="en-US"/>
          </a:p>
        </p:txBody>
      </p:sp>
      <p:sp>
        <p:nvSpPr>
          <p:cNvPr id="8" name="Footer Placeholder 7">
            <a:extLst>
              <a:ext uri="{FF2B5EF4-FFF2-40B4-BE49-F238E27FC236}">
                <a16:creationId xmlns:a16="http://schemas.microsoft.com/office/drawing/2014/main" id="{A5857492-A701-44A1-B1D5-7B2C8CD06582}"/>
              </a:ext>
            </a:extLst>
          </p:cNvPr>
          <p:cNvSpPr>
            <a:spLocks noGrp="1"/>
          </p:cNvSpPr>
          <p:nvPr>
            <p:ph type="ftr" sz="quarter" idx="11"/>
          </p:nvPr>
        </p:nvSpPr>
        <p:spPr/>
        <p:txBody>
          <a:bodyPr/>
          <a:lstStyle/>
          <a:p>
            <a:endParaRPr lang="en-US">
              <a:solidFill>
                <a:schemeClr val="tx1"/>
              </a:solidFill>
            </a:endParaRPr>
          </a:p>
        </p:txBody>
      </p:sp>
      <p:sp>
        <p:nvSpPr>
          <p:cNvPr id="9" name="Slide Number Placeholder 8">
            <a:extLst>
              <a:ext uri="{FF2B5EF4-FFF2-40B4-BE49-F238E27FC236}">
                <a16:creationId xmlns:a16="http://schemas.microsoft.com/office/drawing/2014/main" id="{EED2E8AE-F1AA-4D19-A434-102501D3B460}"/>
              </a:ext>
            </a:extLst>
          </p:cNvPr>
          <p:cNvSpPr>
            <a:spLocks noGrp="1"/>
          </p:cNvSpPr>
          <p:nvPr>
            <p:ph type="sldNum" sz="quarter" idx="12"/>
          </p:nvPr>
        </p:nvSpPr>
        <p:spPr/>
        <p:txBody>
          <a:bodyPr/>
          <a:lstStyle>
            <a:lvl1pPr>
              <a:defRPr>
                <a:solidFill>
                  <a:schemeClr val="bg1"/>
                </a:solidFill>
              </a:defRPr>
            </a:lvl1pPr>
          </a:lstStyle>
          <a:p>
            <a:pPr algn="l"/>
            <a:fld id="{F97E8200-1950-409B-82E7-99938E7AE355}" type="slidenum">
              <a:rPr lang="en-US" dirty="0"/>
              <a:pPr algn="l"/>
              <a:t>‹#›</a:t>
            </a:fld>
            <a:endParaRPr lang="en-US"/>
          </a:p>
        </p:txBody>
      </p:sp>
    </p:spTree>
    <p:extLst>
      <p:ext uri="{BB962C8B-B14F-4D97-AF65-F5344CB8AC3E}">
        <p14:creationId xmlns:p14="http://schemas.microsoft.com/office/powerpoint/2010/main" val="456342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D153959-30FA-4987-A094-7243641F474B}"/>
              </a:ext>
            </a:extLst>
          </p:cNvPr>
          <p:cNvSpPr/>
          <p:nvPr/>
        </p:nvSpPr>
        <p:spPr>
          <a:xfrm>
            <a:off x="0" y="0"/>
            <a:ext cx="12192000" cy="22649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a:extLst>
              <a:ext uri="{FF2B5EF4-FFF2-40B4-BE49-F238E27FC236}">
                <a16:creationId xmlns:a16="http://schemas.microsoft.com/office/drawing/2014/main" id="{50216229-A6DB-436A-B327-667E80F0A563}"/>
              </a:ext>
            </a:extLst>
          </p:cNvPr>
          <p:cNvSpPr>
            <a:spLocks noGrp="1"/>
          </p:cNvSpPr>
          <p:nvPr>
            <p:ph type="title"/>
          </p:nvPr>
        </p:nvSpPr>
        <p:spPr>
          <a:xfrm>
            <a:off x="960120" y="317814"/>
            <a:ext cx="10268712" cy="1700784"/>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B2B351D-270D-480D-8AF5-6A213ED2B3FB}"/>
              </a:ext>
            </a:extLst>
          </p:cNvPr>
          <p:cNvSpPr>
            <a:spLocks noGrp="1"/>
          </p:cNvSpPr>
          <p:nvPr>
            <p:ph type="body" idx="1"/>
          </p:nvPr>
        </p:nvSpPr>
        <p:spPr>
          <a:xfrm>
            <a:off x="960120" y="2587752"/>
            <a:ext cx="10268712" cy="35935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EB0E73-3310-4A8F-BB4A-7A6A99121A61}"/>
              </a:ext>
            </a:extLst>
          </p:cNvPr>
          <p:cNvSpPr>
            <a:spLocks noGrp="1"/>
          </p:cNvSpPr>
          <p:nvPr>
            <p:ph type="dt" sz="half" idx="2"/>
          </p:nvPr>
        </p:nvSpPr>
        <p:spPr>
          <a:xfrm>
            <a:off x="6903720" y="6356350"/>
            <a:ext cx="3236976" cy="365125"/>
          </a:xfrm>
          <a:prstGeom prst="rect">
            <a:avLst/>
          </a:prstGeom>
        </p:spPr>
        <p:txBody>
          <a:bodyPr vert="horz" lIns="91440" tIns="45720" rIns="91440" bIns="45720" rtlCol="0" anchor="ctr"/>
          <a:lstStyle>
            <a:lvl1pPr algn="just">
              <a:defRPr sz="1200" spc="50" baseline="0">
                <a:solidFill>
                  <a:schemeClr val="tx1"/>
                </a:solidFill>
              </a:defRPr>
            </a:lvl1pPr>
          </a:lstStyle>
          <a:p>
            <a:pPr algn="r"/>
            <a:fld id="{A37D6D71-8B28-4ED6-B932-04B197003D23}" type="datetimeFigureOut">
              <a:rPr lang="en-US" dirty="0"/>
              <a:pPr algn="r"/>
              <a:t>3/29/2026</a:t>
            </a:fld>
            <a:endParaRPr lang="en-US" spc="50"/>
          </a:p>
        </p:txBody>
      </p:sp>
      <p:sp>
        <p:nvSpPr>
          <p:cNvPr id="5" name="Footer Placeholder 4">
            <a:extLst>
              <a:ext uri="{FF2B5EF4-FFF2-40B4-BE49-F238E27FC236}">
                <a16:creationId xmlns:a16="http://schemas.microsoft.com/office/drawing/2014/main" id="{1381C4C0-515B-4404-A780-C31E7DFE54A4}"/>
              </a:ext>
            </a:extLst>
          </p:cNvPr>
          <p:cNvSpPr>
            <a:spLocks noGrp="1"/>
          </p:cNvSpPr>
          <p:nvPr>
            <p:ph type="ftr" sz="quarter" idx="3"/>
          </p:nvPr>
        </p:nvSpPr>
        <p:spPr>
          <a:xfrm>
            <a:off x="960120" y="6356350"/>
            <a:ext cx="5504688" cy="365125"/>
          </a:xfrm>
          <a:prstGeom prst="rect">
            <a:avLst/>
          </a:prstGeom>
        </p:spPr>
        <p:txBody>
          <a:bodyPr vert="horz" lIns="91440" tIns="45720" rIns="91440" bIns="45720" rtlCol="0" anchor="ctr"/>
          <a:lstStyle>
            <a:lvl1pPr algn="l">
              <a:defRPr sz="1100" cap="all" spc="50" baseline="0">
                <a:solidFill>
                  <a:schemeClr val="tx1"/>
                </a:solidFill>
              </a:defRPr>
            </a:lvl1pPr>
          </a:lstStyle>
          <a:p>
            <a:endParaRPr lang="en-US" spc="50"/>
          </a:p>
        </p:txBody>
      </p:sp>
      <p:sp>
        <p:nvSpPr>
          <p:cNvPr id="6" name="Slide Number Placeholder 5">
            <a:extLst>
              <a:ext uri="{FF2B5EF4-FFF2-40B4-BE49-F238E27FC236}">
                <a16:creationId xmlns:a16="http://schemas.microsoft.com/office/drawing/2014/main" id="{944C30C7-F013-428C-A6F7-A8CCCD14CEF4}"/>
              </a:ext>
            </a:extLst>
          </p:cNvPr>
          <p:cNvSpPr>
            <a:spLocks noGrp="1"/>
          </p:cNvSpPr>
          <p:nvPr>
            <p:ph type="sldNum" sz="quarter" idx="4"/>
          </p:nvPr>
        </p:nvSpPr>
        <p:spPr>
          <a:xfrm>
            <a:off x="10296144" y="6356350"/>
            <a:ext cx="932688" cy="365125"/>
          </a:xfrm>
          <a:prstGeom prst="rect">
            <a:avLst/>
          </a:prstGeom>
        </p:spPr>
        <p:txBody>
          <a:bodyPr vert="horz" lIns="91440" tIns="45720" rIns="91440" bIns="45720" rtlCol="0" anchor="ctr"/>
          <a:lstStyle>
            <a:lvl1pPr algn="r">
              <a:defRPr sz="1200">
                <a:solidFill>
                  <a:schemeClr val="tx1"/>
                </a:solidFill>
              </a:defRPr>
            </a:lvl1pPr>
          </a:lstStyle>
          <a:p>
            <a:pPr algn="l"/>
            <a:fld id="{F97E8200-1950-409B-82E7-99938E7AE355}" type="slidenum">
              <a:rPr lang="en-US" dirty="0"/>
              <a:pPr algn="l"/>
              <a:t>‹#›</a:t>
            </a:fld>
            <a:endParaRPr lang="en-US"/>
          </a:p>
        </p:txBody>
      </p:sp>
    </p:spTree>
    <p:extLst>
      <p:ext uri="{BB962C8B-B14F-4D97-AF65-F5344CB8AC3E}">
        <p14:creationId xmlns:p14="http://schemas.microsoft.com/office/powerpoint/2010/main" val="367949534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6600" kern="1200" cap="all" spc="120" baseline="0">
          <a:solidFill>
            <a:schemeClr val="bg1"/>
          </a:solidFill>
          <a:latin typeface="+mj-lt"/>
          <a:ea typeface="+mj-ea"/>
          <a:cs typeface="+mj-cs"/>
        </a:defRPr>
      </a:lvl1pPr>
    </p:titleStyle>
    <p:bodyStyle>
      <a:lvl1pPr marL="0" indent="0" algn="l" defTabSz="914400" rtl="0" eaLnBrk="1" latinLnBrk="0" hangingPunct="1">
        <a:lnSpc>
          <a:spcPct val="101000"/>
        </a:lnSpc>
        <a:spcBef>
          <a:spcPts val="700"/>
        </a:spcBef>
        <a:spcAft>
          <a:spcPts val="700"/>
        </a:spcAft>
        <a:buFont typeface="Arial" panose="020B0604020202020204" pitchFamily="34" charset="0"/>
        <a:buNone/>
        <a:defRPr sz="2600" kern="1200" spc="50" baseline="0">
          <a:solidFill>
            <a:schemeClr val="tx1"/>
          </a:solidFill>
          <a:latin typeface="+mn-lt"/>
          <a:ea typeface="+mn-ea"/>
          <a:cs typeface="+mn-cs"/>
        </a:defRPr>
      </a:lvl1pPr>
      <a:lvl2pPr marL="274320" indent="-274320" algn="l" defTabSz="914400" rtl="0" eaLnBrk="1" latinLnBrk="0" hangingPunct="1">
        <a:lnSpc>
          <a:spcPct val="101000"/>
        </a:lnSpc>
        <a:spcBef>
          <a:spcPts val="400"/>
        </a:spcBef>
        <a:spcAft>
          <a:spcPts val="400"/>
        </a:spcAft>
        <a:buClrTx/>
        <a:buFont typeface="Wingdings" panose="05000000000000000000" pitchFamily="2" charset="2"/>
        <a:buChar char="§"/>
        <a:defRPr sz="2300" kern="1200" spc="50" baseline="0">
          <a:solidFill>
            <a:schemeClr val="tx1"/>
          </a:solidFill>
          <a:latin typeface="+mn-lt"/>
          <a:ea typeface="+mn-ea"/>
          <a:cs typeface="+mn-cs"/>
        </a:defRPr>
      </a:lvl2pPr>
      <a:lvl3pPr marL="27432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3pPr>
      <a:lvl4pPr marL="594360" indent="-274320" algn="l" defTabSz="914400" rtl="0" eaLnBrk="1" latinLnBrk="0" hangingPunct="1">
        <a:lnSpc>
          <a:spcPct val="101000"/>
        </a:lnSpc>
        <a:spcBef>
          <a:spcPts val="400"/>
        </a:spcBef>
        <a:spcAft>
          <a:spcPts val="400"/>
        </a:spcAft>
        <a:buClrTx/>
        <a:buFont typeface="Wingdings" panose="05000000000000000000" pitchFamily="2" charset="2"/>
        <a:buChar char="§"/>
        <a:defRPr sz="1800" kern="1200" spc="50" baseline="0">
          <a:solidFill>
            <a:schemeClr val="tx1"/>
          </a:solidFill>
          <a:latin typeface="+mn-lt"/>
          <a:ea typeface="+mn-ea"/>
          <a:cs typeface="+mn-cs"/>
        </a:defRPr>
      </a:lvl4pPr>
      <a:lvl5pPr marL="59436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grillinr/" TargetMode="External"/><Relationship Id="rId2" Type="http://schemas.openxmlformats.org/officeDocument/2006/relationships/hyperlink" Target="mailto:grillinr@mail.uc.edu" TargetMode="Externa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60120" y="4526280"/>
            <a:ext cx="10268712" cy="2090286"/>
          </a:xfrm>
        </p:spPr>
        <p:txBody>
          <a:bodyPr vert="horz" lIns="91440" tIns="45720" rIns="91440" bIns="45720" rtlCol="0" anchor="t">
            <a:normAutofit/>
          </a:bodyPr>
          <a:lstStyle/>
          <a:p>
            <a:pPr>
              <a:lnSpc>
                <a:spcPct val="100000"/>
              </a:lnSpc>
              <a:spcBef>
                <a:spcPct val="20000"/>
              </a:spcBef>
              <a:spcAft>
                <a:spcPts val="0"/>
              </a:spcAft>
            </a:pPr>
            <a:r>
              <a:rPr lang="en-US" sz="4000">
                <a:ea typeface="+mn-lt"/>
                <a:cs typeface="+mn-lt"/>
              </a:rPr>
              <a:t>Bringing together content, apps, and logging services to better recommend new media across platforms.</a:t>
            </a:r>
          </a:p>
        </p:txBody>
      </p:sp>
      <p:pic>
        <p:nvPicPr>
          <p:cNvPr id="8" name="Picture 7" descr="A blue logo with a arrow and a blue arrow&#10;&#10;AI-generated content may be incorrect.">
            <a:extLst>
              <a:ext uri="{FF2B5EF4-FFF2-40B4-BE49-F238E27FC236}">
                <a16:creationId xmlns:a16="http://schemas.microsoft.com/office/drawing/2014/main" id="{264BA64F-FDA8-A645-F959-B38A24BA4572}"/>
              </a:ext>
            </a:extLst>
          </p:cNvPr>
          <p:cNvPicPr>
            <a:picLocks noChangeAspect="1"/>
          </p:cNvPicPr>
          <p:nvPr/>
        </p:nvPicPr>
        <p:blipFill>
          <a:blip r:embed="rId2"/>
          <a:srcRect l="22260" t="21339" r="23051" b="15570"/>
          <a:stretch>
            <a:fillRect/>
          </a:stretch>
        </p:blipFill>
        <p:spPr>
          <a:xfrm>
            <a:off x="4253345" y="1341726"/>
            <a:ext cx="3349021" cy="208744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1292"/>
    </mc:Choice>
    <mc:Fallback xmlns="">
      <p:transition spd="slow" advTm="1129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E7CE5-B4DF-C524-AC86-AB609FA0156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AC07E6-C169-8498-5F2C-374DB4D6B7AC}"/>
              </a:ext>
            </a:extLst>
          </p:cNvPr>
          <p:cNvSpPr>
            <a:spLocks noGrp="1"/>
          </p:cNvSpPr>
          <p:nvPr>
            <p:ph type="body" sz="half" idx="2"/>
          </p:nvPr>
        </p:nvSpPr>
        <p:spPr>
          <a:xfrm>
            <a:off x="469218" y="2524252"/>
            <a:ext cx="11251733" cy="4075133"/>
          </a:xfrm>
        </p:spPr>
        <p:txBody>
          <a:bodyPr vert="horz" lIns="91440" tIns="45720" rIns="91440" bIns="45720" rtlCol="0" anchor="ctr">
            <a:noAutofit/>
          </a:bodyPr>
          <a:lstStyle/>
          <a:p>
            <a:pPr>
              <a:lnSpc>
                <a:spcPct val="91000"/>
              </a:lnSpc>
            </a:pPr>
            <a:r>
              <a:rPr lang="en-US" sz="3200"/>
              <a:t>Nathan Grilliot – Computer Science</a:t>
            </a:r>
          </a:p>
          <a:p>
            <a:pPr>
              <a:lnSpc>
                <a:spcPct val="91000"/>
              </a:lnSpc>
            </a:pPr>
            <a:r>
              <a:rPr lang="en-US" sz="3200"/>
              <a:t>Contact Info: </a:t>
            </a:r>
            <a:r>
              <a:rPr lang="en-US" sz="3200">
                <a:hlinkClick r:id="rId2">
                  <a:extLst>
                    <a:ext uri="{A12FA001-AC4F-418D-AE19-62706E023703}">
                      <ahyp:hlinkClr xmlns:ahyp="http://schemas.microsoft.com/office/drawing/2018/hyperlinkcolor" val="tx"/>
                    </a:ext>
                  </a:extLst>
                </a:hlinkClick>
              </a:rPr>
              <a:t>grillinr@mail.uc.edu</a:t>
            </a:r>
            <a:r>
              <a:rPr lang="en-US" sz="3200"/>
              <a:t> | </a:t>
            </a:r>
            <a:r>
              <a:rPr lang="en-US" sz="3200">
                <a:hlinkClick r:id="rId3">
                  <a:extLst>
                    <a:ext uri="{A12FA001-AC4F-418D-AE19-62706E023703}">
                      <ahyp:hlinkClr xmlns:ahyp="http://schemas.microsoft.com/office/drawing/2018/hyperlinkcolor" val="tx"/>
                    </a:ext>
                  </a:extLst>
                </a:hlinkClick>
              </a:rPr>
              <a:t>github.com/grillinr</a:t>
            </a:r>
          </a:p>
          <a:p>
            <a:pPr>
              <a:lnSpc>
                <a:spcPct val="91000"/>
              </a:lnSpc>
            </a:pPr>
            <a:endParaRPr lang="en-US" sz="3200"/>
          </a:p>
          <a:p>
            <a:pPr>
              <a:lnSpc>
                <a:spcPct val="91000"/>
              </a:lnSpc>
            </a:pPr>
            <a:r>
              <a:rPr lang="en-US" sz="3200"/>
              <a:t>Advisor: Professor Will Hawkins</a:t>
            </a:r>
          </a:p>
        </p:txBody>
      </p:sp>
      <p:sp>
        <p:nvSpPr>
          <p:cNvPr id="2" name="Title 1">
            <a:extLst>
              <a:ext uri="{FF2B5EF4-FFF2-40B4-BE49-F238E27FC236}">
                <a16:creationId xmlns:a16="http://schemas.microsoft.com/office/drawing/2014/main" id="{2528E712-C005-7C15-5410-4935649DA6CC}"/>
              </a:ext>
            </a:extLst>
          </p:cNvPr>
          <p:cNvSpPr>
            <a:spLocks noGrp="1"/>
          </p:cNvSpPr>
          <p:nvPr>
            <p:ph type="title"/>
          </p:nvPr>
        </p:nvSpPr>
        <p:spPr/>
        <p:txBody>
          <a:bodyPr anchor="ctr">
            <a:normAutofit/>
          </a:bodyPr>
          <a:lstStyle/>
          <a:p>
            <a:r>
              <a:rPr lang="en-US"/>
              <a:t>Team Members</a:t>
            </a:r>
          </a:p>
        </p:txBody>
      </p:sp>
    </p:spTree>
    <p:extLst>
      <p:ext uri="{BB962C8B-B14F-4D97-AF65-F5344CB8AC3E}">
        <p14:creationId xmlns:p14="http://schemas.microsoft.com/office/powerpoint/2010/main" val="2254070628"/>
      </p:ext>
    </p:extLst>
  </p:cSld>
  <p:clrMapOvr>
    <a:masterClrMapping/>
  </p:clrMapOvr>
  <mc:AlternateContent xmlns:mc="http://schemas.openxmlformats.org/markup-compatibility/2006" xmlns:p14="http://schemas.microsoft.com/office/powerpoint/2010/main">
    <mc:Choice Requires="p14">
      <p:transition spd="slow" p14:dur="2000" advTm="12057"/>
    </mc:Choice>
    <mc:Fallback xmlns="">
      <p:transition spd="slow" advTm="1205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half" idx="2"/>
          </p:nvPr>
        </p:nvSpPr>
        <p:spPr>
          <a:xfrm>
            <a:off x="469218" y="2524252"/>
            <a:ext cx="11251733" cy="4075133"/>
          </a:xfrm>
        </p:spPr>
        <p:txBody>
          <a:bodyPr vert="horz" lIns="91440" tIns="45720" rIns="91440" bIns="45720" rtlCol="0" anchor="ctr">
            <a:noAutofit/>
          </a:bodyPr>
          <a:lstStyle/>
          <a:p>
            <a:pPr marL="342900" indent="-342900" algn="just">
              <a:lnSpc>
                <a:spcPct val="91000"/>
              </a:lnSpc>
              <a:buChar char="•"/>
            </a:pPr>
            <a:r>
              <a:rPr lang="en-US"/>
              <a:t>Develop a great media recommendation system</a:t>
            </a:r>
          </a:p>
          <a:p>
            <a:pPr marL="342900" indent="-342900" algn="just">
              <a:lnSpc>
                <a:spcPct val="91000"/>
              </a:lnSpc>
              <a:buChar char="•"/>
            </a:pPr>
            <a:r>
              <a:rPr lang="en-US"/>
              <a:t>Unify user preferences across movies, shows, games, books, and more</a:t>
            </a:r>
          </a:p>
          <a:p>
            <a:pPr marL="342900" indent="-342900" algn="just">
              <a:lnSpc>
                <a:spcPct val="91000"/>
              </a:lnSpc>
              <a:buChar char="•"/>
            </a:pPr>
            <a:r>
              <a:rPr lang="en-US"/>
              <a:t>Make excellent data driven recommendations based on each user's unique interests</a:t>
            </a:r>
          </a:p>
          <a:p>
            <a:pPr marL="342900" indent="-342900" algn="just">
              <a:lnSpc>
                <a:spcPct val="91000"/>
              </a:lnSpc>
              <a:buChar char="•"/>
            </a:pPr>
            <a:r>
              <a:rPr lang="en-US"/>
              <a:t>Create a simple cross-platform mobile applications</a:t>
            </a:r>
          </a:p>
        </p:txBody>
      </p:sp>
      <p:sp>
        <p:nvSpPr>
          <p:cNvPr id="2" name="Title 1"/>
          <p:cNvSpPr>
            <a:spLocks noGrp="1"/>
          </p:cNvSpPr>
          <p:nvPr>
            <p:ph type="title"/>
          </p:nvPr>
        </p:nvSpPr>
        <p:spPr/>
        <p:txBody>
          <a:bodyPr anchor="ctr">
            <a:normAutofit/>
          </a:bodyPr>
          <a:lstStyle/>
          <a:p>
            <a:r>
              <a:rPr lang="en-US"/>
              <a:t>Goals</a:t>
            </a:r>
          </a:p>
        </p:txBody>
      </p:sp>
    </p:spTree>
  </p:cSld>
  <p:clrMapOvr>
    <a:masterClrMapping/>
  </p:clrMapOvr>
  <mc:AlternateContent xmlns:mc="http://schemas.openxmlformats.org/markup-compatibility/2006" xmlns:p14="http://schemas.microsoft.com/office/powerpoint/2010/main">
    <mc:Choice Requires="p14">
      <p:transition spd="slow" p14:dur="2000" advTm="39951"/>
    </mc:Choice>
    <mc:Fallback xmlns="">
      <p:transition spd="slow" advTm="39951"/>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02FC4-6710-9375-B095-7B32A572F9CB}"/>
              </a:ext>
            </a:extLst>
          </p:cNvPr>
          <p:cNvSpPr>
            <a:spLocks noGrp="1"/>
          </p:cNvSpPr>
          <p:nvPr>
            <p:ph type="title"/>
          </p:nvPr>
        </p:nvSpPr>
        <p:spPr/>
        <p:txBody>
          <a:bodyPr/>
          <a:lstStyle/>
          <a:p>
            <a:r>
              <a:rPr lang="en-US"/>
              <a:t>Intellectual Merits</a:t>
            </a:r>
          </a:p>
        </p:txBody>
      </p:sp>
      <p:sp>
        <p:nvSpPr>
          <p:cNvPr id="3" name="Content Placeholder 2">
            <a:extLst>
              <a:ext uri="{FF2B5EF4-FFF2-40B4-BE49-F238E27FC236}">
                <a16:creationId xmlns:a16="http://schemas.microsoft.com/office/drawing/2014/main" id="{5063D008-2150-8B87-3B84-0B62D95259BF}"/>
              </a:ext>
            </a:extLst>
          </p:cNvPr>
          <p:cNvSpPr>
            <a:spLocks noGrp="1"/>
          </p:cNvSpPr>
          <p:nvPr>
            <p:ph idx="1"/>
          </p:nvPr>
        </p:nvSpPr>
        <p:spPr/>
        <p:txBody>
          <a:bodyPr vert="horz" lIns="91440" tIns="45720" rIns="91440" bIns="45720" rtlCol="0" anchor="t">
            <a:normAutofit/>
          </a:bodyPr>
          <a:lstStyle/>
          <a:p>
            <a:pPr marL="457200" indent="-457200">
              <a:buChar char="•"/>
            </a:pPr>
            <a:r>
              <a:rPr lang="en-US" dirty="0"/>
              <a:t>Brings together complex data from several sources</a:t>
            </a:r>
          </a:p>
          <a:p>
            <a:pPr marL="457200" indent="-457200">
              <a:buChar char="•"/>
            </a:pPr>
            <a:r>
              <a:rPr lang="en-US" dirty="0"/>
              <a:t>Hard to create relationships without a good ingestion pipeline</a:t>
            </a:r>
          </a:p>
          <a:p>
            <a:pPr marL="457200" indent="-457200">
              <a:buChar char="•"/>
            </a:pPr>
            <a:r>
              <a:rPr lang="en-US" dirty="0"/>
              <a:t>Normalizing different media types (games, movies, books) presents a tough challenge</a:t>
            </a:r>
          </a:p>
          <a:p>
            <a:pPr marL="457200" indent="-457200">
              <a:buChar char="•"/>
            </a:pPr>
            <a:r>
              <a:rPr lang="en-US" dirty="0"/>
              <a:t>Making the input and recommendation requests responsive requires precise data requests</a:t>
            </a:r>
          </a:p>
        </p:txBody>
      </p:sp>
    </p:spTree>
    <p:extLst>
      <p:ext uri="{BB962C8B-B14F-4D97-AF65-F5344CB8AC3E}">
        <p14:creationId xmlns:p14="http://schemas.microsoft.com/office/powerpoint/2010/main" val="6391349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1FDF5-4271-867F-981A-2210DCCDA4BA}"/>
              </a:ext>
            </a:extLst>
          </p:cNvPr>
          <p:cNvSpPr>
            <a:spLocks noGrp="1"/>
          </p:cNvSpPr>
          <p:nvPr>
            <p:ph type="title"/>
          </p:nvPr>
        </p:nvSpPr>
        <p:spPr/>
        <p:txBody>
          <a:bodyPr/>
          <a:lstStyle/>
          <a:p>
            <a:r>
              <a:rPr lang="en-US"/>
              <a:t>Broader Impacts</a:t>
            </a:r>
          </a:p>
        </p:txBody>
      </p:sp>
      <p:sp>
        <p:nvSpPr>
          <p:cNvPr id="3" name="Content Placeholder 2">
            <a:extLst>
              <a:ext uri="{FF2B5EF4-FFF2-40B4-BE49-F238E27FC236}">
                <a16:creationId xmlns:a16="http://schemas.microsoft.com/office/drawing/2014/main" id="{4D166DA0-F0A6-B9D6-777F-89BA9437EF9C}"/>
              </a:ext>
            </a:extLst>
          </p:cNvPr>
          <p:cNvSpPr>
            <a:spLocks noGrp="1"/>
          </p:cNvSpPr>
          <p:nvPr>
            <p:ph idx="1"/>
          </p:nvPr>
        </p:nvSpPr>
        <p:spPr/>
        <p:txBody>
          <a:bodyPr vert="horz" lIns="91440" tIns="45720" rIns="91440" bIns="45720" rtlCol="0" anchor="t">
            <a:normAutofit/>
          </a:bodyPr>
          <a:lstStyle/>
          <a:p>
            <a:pPr marL="285750" indent="-285750">
              <a:buFont typeface="Arial"/>
              <a:buChar char="•"/>
            </a:pPr>
            <a:r>
              <a:rPr lang="en-US" b="1" dirty="0">
                <a:ea typeface="+mn-lt"/>
                <a:cs typeface="+mn-lt"/>
              </a:rPr>
              <a:t>User Experience</a:t>
            </a:r>
            <a:r>
              <a:rPr lang="en-US" dirty="0">
                <a:ea typeface="+mn-lt"/>
                <a:cs typeface="+mn-lt"/>
              </a:rPr>
              <a:t>: Native mobile capabilities (haptics, safe areas, gestures) create more intuitive interactions that improve usability for diverse populations</a:t>
            </a:r>
            <a:endParaRPr lang="en-US" dirty="0"/>
          </a:p>
          <a:p>
            <a:pPr marL="285750" indent="-285750">
              <a:buFont typeface="Arial"/>
              <a:buChar char="•"/>
            </a:pPr>
            <a:r>
              <a:rPr lang="en-US" b="1" dirty="0">
                <a:ea typeface="+mn-lt"/>
                <a:cs typeface="+mn-lt"/>
              </a:rPr>
              <a:t>Scalable</a:t>
            </a:r>
            <a:r>
              <a:rPr lang="en-US" dirty="0">
                <a:ea typeface="+mn-lt"/>
                <a:cs typeface="+mn-lt"/>
              </a:rPr>
              <a:t>: Architecture supports growth to serve larger communities as adoption increases</a:t>
            </a:r>
            <a:endParaRPr lang="en-US" dirty="0"/>
          </a:p>
          <a:p>
            <a:pPr marL="285750" indent="-285750">
              <a:buFont typeface="Arial"/>
              <a:buChar char="•"/>
            </a:pPr>
            <a:r>
              <a:rPr lang="en-US" b="1" dirty="0">
                <a:ea typeface="+mn-lt"/>
                <a:cs typeface="+mn-lt"/>
              </a:rPr>
              <a:t>Open Ecosystem</a:t>
            </a:r>
            <a:r>
              <a:rPr lang="en-US" dirty="0">
                <a:ea typeface="+mn-lt"/>
                <a:cs typeface="+mn-lt"/>
              </a:rPr>
              <a:t>: Built on open-source technologies, enabling community contributions and transparent development</a:t>
            </a:r>
            <a:endParaRPr lang="en-US" dirty="0"/>
          </a:p>
          <a:p>
            <a:endParaRPr lang="en-US" dirty="0"/>
          </a:p>
        </p:txBody>
      </p:sp>
    </p:spTree>
    <p:extLst>
      <p:ext uri="{BB962C8B-B14F-4D97-AF65-F5344CB8AC3E}">
        <p14:creationId xmlns:p14="http://schemas.microsoft.com/office/powerpoint/2010/main" val="605257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5BFB9-B13F-9234-0D06-6AF6D92BA123}"/>
              </a:ext>
            </a:extLst>
          </p:cNvPr>
          <p:cNvSpPr>
            <a:spLocks noGrp="1"/>
          </p:cNvSpPr>
          <p:nvPr>
            <p:ph type="title"/>
          </p:nvPr>
        </p:nvSpPr>
        <p:spPr/>
        <p:txBody>
          <a:bodyPr/>
          <a:lstStyle/>
          <a:p>
            <a:r>
              <a:rPr lang="en-US"/>
              <a:t>Design Specifications</a:t>
            </a:r>
          </a:p>
        </p:txBody>
      </p:sp>
      <p:sp>
        <p:nvSpPr>
          <p:cNvPr id="3" name="Text Placeholder 2">
            <a:extLst>
              <a:ext uri="{FF2B5EF4-FFF2-40B4-BE49-F238E27FC236}">
                <a16:creationId xmlns:a16="http://schemas.microsoft.com/office/drawing/2014/main" id="{C955166B-4DEB-DABB-4525-D3EE9FD61DB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4950332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81BA1-5D4C-00FC-154F-DFBFAD78A4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8A2D36-BE2B-FB14-D2E8-B06AF726E0E1}"/>
              </a:ext>
            </a:extLst>
          </p:cNvPr>
          <p:cNvSpPr>
            <a:spLocks noGrp="1"/>
          </p:cNvSpPr>
          <p:nvPr>
            <p:ph type="title"/>
          </p:nvPr>
        </p:nvSpPr>
        <p:spPr/>
        <p:txBody>
          <a:bodyPr>
            <a:normAutofit/>
          </a:bodyPr>
          <a:lstStyle/>
          <a:p>
            <a:r>
              <a:t>Design Diagrams</a:t>
            </a:r>
          </a:p>
        </p:txBody>
      </p:sp>
      <p:pic>
        <p:nvPicPr>
          <p:cNvPr id="4" name="Content Placeholder 3" descr="A screenshot of a diagram&#10;&#10;AI-generated content may be incorrect.">
            <a:extLst>
              <a:ext uri="{FF2B5EF4-FFF2-40B4-BE49-F238E27FC236}">
                <a16:creationId xmlns:a16="http://schemas.microsoft.com/office/drawing/2014/main" id="{3A59C9C2-5996-C7A2-C01B-676D2D5FE10C}"/>
              </a:ext>
            </a:extLst>
          </p:cNvPr>
          <p:cNvPicPr>
            <a:picLocks noGrp="1" noChangeAspect="1"/>
          </p:cNvPicPr>
          <p:nvPr>
            <p:ph idx="1"/>
          </p:nvPr>
        </p:nvPicPr>
        <p:blipFill>
          <a:blip r:embed="rId3"/>
          <a:srcRect t="40800" r="484" b="33064"/>
          <a:stretch>
            <a:fillRect/>
          </a:stretch>
        </p:blipFill>
        <p:spPr>
          <a:xfrm>
            <a:off x="1823182" y="4524297"/>
            <a:ext cx="4532491" cy="1942438"/>
          </a:xfrm>
          <a:prstGeom prst="rect">
            <a:avLst/>
          </a:prstGeom>
        </p:spPr>
      </p:pic>
      <p:pic>
        <p:nvPicPr>
          <p:cNvPr id="6" name="Content Placeholder 3" descr="A screenshot of a diagram&#10;&#10;AI-generated content may be incorrect.">
            <a:extLst>
              <a:ext uri="{FF2B5EF4-FFF2-40B4-BE49-F238E27FC236}">
                <a16:creationId xmlns:a16="http://schemas.microsoft.com/office/drawing/2014/main" id="{A0E35509-8231-0432-5383-34EAE3FBD682}"/>
              </a:ext>
            </a:extLst>
          </p:cNvPr>
          <p:cNvPicPr>
            <a:picLocks noChangeAspect="1"/>
          </p:cNvPicPr>
          <p:nvPr/>
        </p:nvPicPr>
        <p:blipFill>
          <a:blip r:embed="rId3"/>
          <a:srcRect t="66591" r="368"/>
          <a:stretch>
            <a:fillRect/>
          </a:stretch>
        </p:blipFill>
        <p:spPr>
          <a:xfrm>
            <a:off x="6390445" y="3161597"/>
            <a:ext cx="3969730" cy="2149420"/>
          </a:xfrm>
          <a:prstGeom prst="rect">
            <a:avLst/>
          </a:prstGeom>
        </p:spPr>
      </p:pic>
      <p:pic>
        <p:nvPicPr>
          <p:cNvPr id="8" name="Content Placeholder 3" descr="A screenshot of a diagram&#10;&#10;AI-generated content may be incorrect.">
            <a:extLst>
              <a:ext uri="{FF2B5EF4-FFF2-40B4-BE49-F238E27FC236}">
                <a16:creationId xmlns:a16="http://schemas.microsoft.com/office/drawing/2014/main" id="{443ED8A5-D6C2-6D79-54FF-000540D1E508}"/>
              </a:ext>
            </a:extLst>
          </p:cNvPr>
          <p:cNvPicPr>
            <a:picLocks noChangeAspect="1"/>
          </p:cNvPicPr>
          <p:nvPr/>
        </p:nvPicPr>
        <p:blipFill>
          <a:blip r:embed="rId3"/>
          <a:srcRect t="10300" r="162" b="77400"/>
          <a:stretch>
            <a:fillRect/>
          </a:stretch>
        </p:blipFill>
        <p:spPr>
          <a:xfrm>
            <a:off x="3851750" y="2278478"/>
            <a:ext cx="4483472" cy="892587"/>
          </a:xfrm>
          <a:prstGeom prst="rect">
            <a:avLst/>
          </a:prstGeom>
        </p:spPr>
      </p:pic>
      <p:pic>
        <p:nvPicPr>
          <p:cNvPr id="9" name="Content Placeholder 3" descr="A screenshot of a diagram&#10;&#10;AI-generated content may be incorrect.">
            <a:extLst>
              <a:ext uri="{FF2B5EF4-FFF2-40B4-BE49-F238E27FC236}">
                <a16:creationId xmlns:a16="http://schemas.microsoft.com/office/drawing/2014/main" id="{23CDE50A-EBAD-A754-12AC-E4497135589B}"/>
              </a:ext>
            </a:extLst>
          </p:cNvPr>
          <p:cNvPicPr>
            <a:picLocks noChangeAspect="1"/>
          </p:cNvPicPr>
          <p:nvPr/>
        </p:nvPicPr>
        <p:blipFill>
          <a:blip r:embed="rId3"/>
          <a:srcRect t="22600" r="17" b="58900"/>
          <a:stretch>
            <a:fillRect/>
          </a:stretch>
        </p:blipFill>
        <p:spPr>
          <a:xfrm>
            <a:off x="1858760" y="3154514"/>
            <a:ext cx="4526442" cy="1367183"/>
          </a:xfrm>
          <a:prstGeom prst="rect">
            <a:avLst/>
          </a:prstGeom>
        </p:spPr>
      </p:pic>
    </p:spTree>
    <p:extLst>
      <p:ext uri="{BB962C8B-B14F-4D97-AF65-F5344CB8AC3E}">
        <p14:creationId xmlns:p14="http://schemas.microsoft.com/office/powerpoint/2010/main" val="923072516"/>
      </p:ext>
    </p:extLst>
  </p:cSld>
  <p:clrMapOvr>
    <a:masterClrMapping/>
  </p:clrMapOvr>
  <mc:AlternateContent xmlns:mc="http://schemas.openxmlformats.org/markup-compatibility/2006" xmlns:p14="http://schemas.microsoft.com/office/powerpoint/2010/main">
    <mc:Choice Requires="p14">
      <p:transition spd="slow" p14:dur="2000" advTm="39597"/>
    </mc:Choice>
    <mc:Fallback xmlns="">
      <p:transition spd="slow" advTm="39597"/>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BA08F-6CE4-2310-F544-5C4C7DCB71B3}"/>
              </a:ext>
            </a:extLst>
          </p:cNvPr>
          <p:cNvSpPr>
            <a:spLocks noGrp="1"/>
          </p:cNvSpPr>
          <p:nvPr>
            <p:ph type="title"/>
          </p:nvPr>
        </p:nvSpPr>
        <p:spPr/>
        <p:txBody>
          <a:bodyPr/>
          <a:lstStyle/>
          <a:p>
            <a:r>
              <a:rPr lang="en-US"/>
              <a:t>Frontend</a:t>
            </a:r>
          </a:p>
        </p:txBody>
      </p:sp>
      <p:sp>
        <p:nvSpPr>
          <p:cNvPr id="3" name="Text Placeholder 2">
            <a:extLst>
              <a:ext uri="{FF2B5EF4-FFF2-40B4-BE49-F238E27FC236}">
                <a16:creationId xmlns:a16="http://schemas.microsoft.com/office/drawing/2014/main" id="{8AC64318-3EFA-2C9C-C972-5AD845A28E6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009395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D3416-FAA1-52C9-7261-B50678C26B22}"/>
              </a:ext>
            </a:extLst>
          </p:cNvPr>
          <p:cNvSpPr>
            <a:spLocks noGrp="1"/>
          </p:cNvSpPr>
          <p:nvPr>
            <p:ph type="title"/>
          </p:nvPr>
        </p:nvSpPr>
        <p:spPr/>
        <p:txBody>
          <a:bodyPr/>
          <a:lstStyle/>
          <a:p>
            <a:r>
              <a:rPr lang="en-US"/>
              <a:t>Frontend - Technologies</a:t>
            </a:r>
          </a:p>
        </p:txBody>
      </p:sp>
      <p:pic>
        <p:nvPicPr>
          <p:cNvPr id="4" name="Content Placeholder 3" descr="react-native-logo - ReactJSs / React-Native / Ionic">
            <a:extLst>
              <a:ext uri="{FF2B5EF4-FFF2-40B4-BE49-F238E27FC236}">
                <a16:creationId xmlns:a16="http://schemas.microsoft.com/office/drawing/2014/main" id="{A06CCCE0-EF82-A440-8BD0-DCAD7F9B8C56}"/>
              </a:ext>
            </a:extLst>
          </p:cNvPr>
          <p:cNvPicPr>
            <a:picLocks noGrp="1" noChangeAspect="1"/>
          </p:cNvPicPr>
          <p:nvPr>
            <p:ph idx="1"/>
          </p:nvPr>
        </p:nvPicPr>
        <p:blipFill>
          <a:blip r:embed="rId2"/>
          <a:stretch>
            <a:fillRect/>
          </a:stretch>
        </p:blipFill>
        <p:spPr>
          <a:xfrm>
            <a:off x="4543700" y="2016125"/>
            <a:ext cx="3101425" cy="3594100"/>
          </a:xfrm>
          <a:prstGeom prst="rect">
            <a:avLst/>
          </a:prstGeom>
        </p:spPr>
      </p:pic>
      <p:pic>
        <p:nvPicPr>
          <p:cNvPr id="6" name="Picture 5" descr="Android logo PNG transparent image download, size: 2000x2348px">
            <a:extLst>
              <a:ext uri="{FF2B5EF4-FFF2-40B4-BE49-F238E27FC236}">
                <a16:creationId xmlns:a16="http://schemas.microsoft.com/office/drawing/2014/main" id="{E086A000-59B1-5C25-EF3C-25FA182EBA44}"/>
              </a:ext>
            </a:extLst>
          </p:cNvPr>
          <p:cNvPicPr>
            <a:picLocks noChangeAspect="1"/>
          </p:cNvPicPr>
          <p:nvPr/>
        </p:nvPicPr>
        <p:blipFill>
          <a:blip r:embed="rId3"/>
          <a:stretch>
            <a:fillRect/>
          </a:stretch>
        </p:blipFill>
        <p:spPr>
          <a:xfrm>
            <a:off x="1196340" y="3563722"/>
            <a:ext cx="1981199" cy="2328976"/>
          </a:xfrm>
          <a:prstGeom prst="rect">
            <a:avLst/>
          </a:prstGeom>
        </p:spPr>
      </p:pic>
      <p:pic>
        <p:nvPicPr>
          <p:cNvPr id="7" name="Picture 6" descr="Logo Apple PNG HD Images Free Download - Free Transparent PNG Logos">
            <a:extLst>
              <a:ext uri="{FF2B5EF4-FFF2-40B4-BE49-F238E27FC236}">
                <a16:creationId xmlns:a16="http://schemas.microsoft.com/office/drawing/2014/main" id="{809D1AC0-ADA6-21EB-348F-C39C9573945A}"/>
              </a:ext>
            </a:extLst>
          </p:cNvPr>
          <p:cNvPicPr>
            <a:picLocks noChangeAspect="1"/>
          </p:cNvPicPr>
          <p:nvPr/>
        </p:nvPicPr>
        <p:blipFill>
          <a:blip r:embed="rId4"/>
          <a:stretch>
            <a:fillRect/>
          </a:stretch>
        </p:blipFill>
        <p:spPr>
          <a:xfrm>
            <a:off x="8481060" y="3360868"/>
            <a:ext cx="2118359" cy="2734683"/>
          </a:xfrm>
          <a:prstGeom prst="rect">
            <a:avLst/>
          </a:prstGeom>
        </p:spPr>
      </p:pic>
    </p:spTree>
    <p:extLst>
      <p:ext uri="{BB962C8B-B14F-4D97-AF65-F5344CB8AC3E}">
        <p14:creationId xmlns:p14="http://schemas.microsoft.com/office/powerpoint/2010/main" val="3276090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28DBE-FA5F-EC73-772B-EACAB3F7A288}"/>
              </a:ext>
            </a:extLst>
          </p:cNvPr>
          <p:cNvSpPr>
            <a:spLocks noGrp="1"/>
          </p:cNvSpPr>
          <p:nvPr>
            <p:ph type="title"/>
          </p:nvPr>
        </p:nvSpPr>
        <p:spPr/>
        <p:txBody>
          <a:bodyPr/>
          <a:lstStyle/>
          <a:p>
            <a:r>
              <a:rPr lang="en-US"/>
              <a:t>Frontend - Results</a:t>
            </a:r>
          </a:p>
        </p:txBody>
      </p:sp>
      <p:pic>
        <p:nvPicPr>
          <p:cNvPr id="4" name="Content Placeholder 3" descr="A movie poster of a group of people&#10;&#10;AI-generated content may be incorrect.">
            <a:extLst>
              <a:ext uri="{FF2B5EF4-FFF2-40B4-BE49-F238E27FC236}">
                <a16:creationId xmlns:a16="http://schemas.microsoft.com/office/drawing/2014/main" id="{BCC2F1B2-C911-CAE9-BAE6-C3DD718CC5E3}"/>
              </a:ext>
            </a:extLst>
          </p:cNvPr>
          <p:cNvPicPr>
            <a:picLocks noGrp="1" noChangeAspect="1"/>
          </p:cNvPicPr>
          <p:nvPr>
            <p:ph idx="1"/>
          </p:nvPr>
        </p:nvPicPr>
        <p:blipFill>
          <a:blip r:embed="rId2"/>
          <a:stretch>
            <a:fillRect/>
          </a:stretch>
        </p:blipFill>
        <p:spPr>
          <a:xfrm>
            <a:off x="1454238" y="2364500"/>
            <a:ext cx="2049924" cy="4468760"/>
          </a:xfrm>
          <a:prstGeom prst="rect">
            <a:avLst/>
          </a:prstGeom>
        </p:spPr>
      </p:pic>
      <p:pic>
        <p:nvPicPr>
          <p:cNvPr id="5" name="Picture 4" descr="A screenshot of a video game&#10;&#10;AI-generated content may be incorrect.">
            <a:extLst>
              <a:ext uri="{FF2B5EF4-FFF2-40B4-BE49-F238E27FC236}">
                <a16:creationId xmlns:a16="http://schemas.microsoft.com/office/drawing/2014/main" id="{D0FE4AE0-F3E6-29A8-D995-7ECBE5F41138}"/>
              </a:ext>
            </a:extLst>
          </p:cNvPr>
          <p:cNvPicPr>
            <a:picLocks noChangeAspect="1"/>
          </p:cNvPicPr>
          <p:nvPr/>
        </p:nvPicPr>
        <p:blipFill>
          <a:blip r:embed="rId3"/>
          <a:stretch>
            <a:fillRect/>
          </a:stretch>
        </p:blipFill>
        <p:spPr>
          <a:xfrm>
            <a:off x="3711947" y="2364500"/>
            <a:ext cx="2039234" cy="4466376"/>
          </a:xfrm>
          <a:prstGeom prst="rect">
            <a:avLst/>
          </a:prstGeom>
        </p:spPr>
      </p:pic>
      <p:pic>
        <p:nvPicPr>
          <p:cNvPr id="6" name="Picture 5" descr="A screenshot of a phone&#10;&#10;AI-generated content may be incorrect.">
            <a:extLst>
              <a:ext uri="{FF2B5EF4-FFF2-40B4-BE49-F238E27FC236}">
                <a16:creationId xmlns:a16="http://schemas.microsoft.com/office/drawing/2014/main" id="{23FAFDF6-153E-289D-7CC3-81B66688822C}"/>
              </a:ext>
            </a:extLst>
          </p:cNvPr>
          <p:cNvPicPr>
            <a:picLocks noChangeAspect="1"/>
          </p:cNvPicPr>
          <p:nvPr/>
        </p:nvPicPr>
        <p:blipFill>
          <a:blip r:embed="rId4"/>
          <a:stretch>
            <a:fillRect/>
          </a:stretch>
        </p:blipFill>
        <p:spPr>
          <a:xfrm>
            <a:off x="5954416" y="2364500"/>
            <a:ext cx="2046780" cy="4466378"/>
          </a:xfrm>
          <a:prstGeom prst="rect">
            <a:avLst/>
          </a:prstGeom>
        </p:spPr>
      </p:pic>
      <p:pic>
        <p:nvPicPr>
          <p:cNvPr id="7" name="Picture 6" descr="A screenshot of a phone&#10;&#10;AI-generated content may be incorrect.">
            <a:extLst>
              <a:ext uri="{FF2B5EF4-FFF2-40B4-BE49-F238E27FC236}">
                <a16:creationId xmlns:a16="http://schemas.microsoft.com/office/drawing/2014/main" id="{8DD7C89E-26E5-33B7-B377-E986BD26FAB7}"/>
              </a:ext>
            </a:extLst>
          </p:cNvPr>
          <p:cNvPicPr>
            <a:picLocks noChangeAspect="1"/>
          </p:cNvPicPr>
          <p:nvPr/>
        </p:nvPicPr>
        <p:blipFill>
          <a:blip r:embed="rId5"/>
          <a:stretch>
            <a:fillRect/>
          </a:stretch>
        </p:blipFill>
        <p:spPr>
          <a:xfrm>
            <a:off x="8204505" y="2368310"/>
            <a:ext cx="2054324" cy="4458833"/>
          </a:xfrm>
          <a:prstGeom prst="rect">
            <a:avLst/>
          </a:prstGeom>
        </p:spPr>
      </p:pic>
    </p:spTree>
    <p:extLst>
      <p:ext uri="{BB962C8B-B14F-4D97-AF65-F5344CB8AC3E}">
        <p14:creationId xmlns:p14="http://schemas.microsoft.com/office/powerpoint/2010/main" val="2905817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E9BC7-F593-6E2E-4F19-A94BB7773546}"/>
              </a:ext>
            </a:extLst>
          </p:cNvPr>
          <p:cNvSpPr>
            <a:spLocks noGrp="1"/>
          </p:cNvSpPr>
          <p:nvPr>
            <p:ph type="title"/>
          </p:nvPr>
        </p:nvSpPr>
        <p:spPr/>
        <p:txBody>
          <a:bodyPr/>
          <a:lstStyle/>
          <a:p>
            <a:r>
              <a:rPr lang="en-US"/>
              <a:t>Backend</a:t>
            </a:r>
          </a:p>
        </p:txBody>
      </p:sp>
      <p:sp>
        <p:nvSpPr>
          <p:cNvPr id="3" name="Text Placeholder 2">
            <a:extLst>
              <a:ext uri="{FF2B5EF4-FFF2-40B4-BE49-F238E27FC236}">
                <a16:creationId xmlns:a16="http://schemas.microsoft.com/office/drawing/2014/main" id="{41D4D243-351C-AB1E-6F73-50B69A9D195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943302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63DCE-1E4E-0F1C-5C25-B0DC7C1C69DA}"/>
              </a:ext>
            </a:extLst>
          </p:cNvPr>
          <p:cNvSpPr>
            <a:spLocks noGrp="1"/>
          </p:cNvSpPr>
          <p:nvPr>
            <p:ph type="title"/>
          </p:nvPr>
        </p:nvSpPr>
        <p:spPr/>
        <p:txBody>
          <a:bodyPr/>
          <a:lstStyle/>
          <a:p>
            <a:r>
              <a:rPr lang="en-US"/>
              <a:t>Backend - Technologies</a:t>
            </a:r>
          </a:p>
        </p:txBody>
      </p:sp>
      <p:pic>
        <p:nvPicPr>
          <p:cNvPr id="7" name="Content Placeholder 6" descr="Job Application for Salesforce Admin - CPQ at Neo4j">
            <a:extLst>
              <a:ext uri="{FF2B5EF4-FFF2-40B4-BE49-F238E27FC236}">
                <a16:creationId xmlns:a16="http://schemas.microsoft.com/office/drawing/2014/main" id="{7E3B18DD-8193-81CC-E10C-D303BD6AD00A}"/>
              </a:ext>
            </a:extLst>
          </p:cNvPr>
          <p:cNvPicPr>
            <a:picLocks noGrp="1" noChangeAspect="1"/>
          </p:cNvPicPr>
          <p:nvPr>
            <p:ph idx="1"/>
          </p:nvPr>
        </p:nvPicPr>
        <p:blipFill>
          <a:blip r:embed="rId2"/>
          <a:srcRect t="18926" r="3433" b="16525"/>
          <a:stretch>
            <a:fillRect/>
          </a:stretch>
        </p:blipFill>
        <p:spPr>
          <a:xfrm>
            <a:off x="186203" y="3496935"/>
            <a:ext cx="3785016" cy="1321715"/>
          </a:xfrm>
          <a:prstGeom prst="rect">
            <a:avLst/>
          </a:prstGeom>
        </p:spPr>
      </p:pic>
      <p:pic>
        <p:nvPicPr>
          <p:cNvPr id="8" name="Picture 7" descr="Free High-Quality GraphQL Logo for Creative Design">
            <a:extLst>
              <a:ext uri="{FF2B5EF4-FFF2-40B4-BE49-F238E27FC236}">
                <a16:creationId xmlns:a16="http://schemas.microsoft.com/office/drawing/2014/main" id="{3C79E57F-6524-F6A1-A9AF-603D24377B13}"/>
              </a:ext>
            </a:extLst>
          </p:cNvPr>
          <p:cNvPicPr>
            <a:picLocks noChangeAspect="1"/>
          </p:cNvPicPr>
          <p:nvPr/>
        </p:nvPicPr>
        <p:blipFill>
          <a:blip r:embed="rId3"/>
          <a:srcRect t="33333" b="31944"/>
          <a:stretch>
            <a:fillRect/>
          </a:stretch>
        </p:blipFill>
        <p:spPr>
          <a:xfrm>
            <a:off x="4564380" y="3596640"/>
            <a:ext cx="3771900" cy="1310643"/>
          </a:xfrm>
          <a:prstGeom prst="rect">
            <a:avLst/>
          </a:prstGeom>
        </p:spPr>
      </p:pic>
      <p:pic>
        <p:nvPicPr>
          <p:cNvPr id="9" name="Picture 8" descr="Golang Go Logo Vector Free Download | Logowik">
            <a:extLst>
              <a:ext uri="{FF2B5EF4-FFF2-40B4-BE49-F238E27FC236}">
                <a16:creationId xmlns:a16="http://schemas.microsoft.com/office/drawing/2014/main" id="{988435C9-B6FB-A615-A57C-EFAB8A5D7064}"/>
              </a:ext>
            </a:extLst>
          </p:cNvPr>
          <p:cNvPicPr>
            <a:picLocks noChangeAspect="1"/>
          </p:cNvPicPr>
          <p:nvPr/>
        </p:nvPicPr>
        <p:blipFill>
          <a:blip r:embed="rId4"/>
          <a:srcRect l="8635" t="27982" r="8635" b="25830"/>
          <a:stretch>
            <a:fillRect/>
          </a:stretch>
        </p:blipFill>
        <p:spPr>
          <a:xfrm>
            <a:off x="9121140" y="3678377"/>
            <a:ext cx="2269449" cy="951006"/>
          </a:xfrm>
          <a:prstGeom prst="rect">
            <a:avLst/>
          </a:prstGeom>
        </p:spPr>
      </p:pic>
    </p:spTree>
    <p:extLst>
      <p:ext uri="{BB962C8B-B14F-4D97-AF65-F5344CB8AC3E}">
        <p14:creationId xmlns:p14="http://schemas.microsoft.com/office/powerpoint/2010/main" val="22241872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0DEF9-C672-5742-46FB-544ADC606D2C}"/>
              </a:ext>
            </a:extLst>
          </p:cNvPr>
          <p:cNvSpPr>
            <a:spLocks noGrp="1"/>
          </p:cNvSpPr>
          <p:nvPr>
            <p:ph type="title"/>
          </p:nvPr>
        </p:nvSpPr>
        <p:spPr/>
        <p:txBody>
          <a:bodyPr/>
          <a:lstStyle/>
          <a:p>
            <a:r>
              <a:rPr lang="en-US"/>
              <a:t>Backend – Results</a:t>
            </a:r>
          </a:p>
        </p:txBody>
      </p:sp>
      <p:pic>
        <p:nvPicPr>
          <p:cNvPr id="4" name="Content Placeholder 3" descr="A group of fireworks in a dark background&#10;&#10;AI-generated content may be incorrect.">
            <a:extLst>
              <a:ext uri="{FF2B5EF4-FFF2-40B4-BE49-F238E27FC236}">
                <a16:creationId xmlns:a16="http://schemas.microsoft.com/office/drawing/2014/main" id="{B722F70A-621B-4891-E2B9-340A00E16E9C}"/>
              </a:ext>
            </a:extLst>
          </p:cNvPr>
          <p:cNvPicPr>
            <a:picLocks noGrp="1" noChangeAspect="1"/>
          </p:cNvPicPr>
          <p:nvPr>
            <p:ph idx="1"/>
          </p:nvPr>
        </p:nvPicPr>
        <p:blipFill>
          <a:blip r:embed="rId2"/>
          <a:stretch>
            <a:fillRect/>
          </a:stretch>
        </p:blipFill>
        <p:spPr>
          <a:xfrm>
            <a:off x="4503768" y="2395066"/>
            <a:ext cx="7163424" cy="4332732"/>
          </a:xfrm>
          <a:prstGeom prst="rect">
            <a:avLst/>
          </a:prstGeom>
        </p:spPr>
      </p:pic>
      <p:sp>
        <p:nvSpPr>
          <p:cNvPr id="6" name="Oval 5">
            <a:extLst>
              <a:ext uri="{FF2B5EF4-FFF2-40B4-BE49-F238E27FC236}">
                <a16:creationId xmlns:a16="http://schemas.microsoft.com/office/drawing/2014/main" id="{F843C2AB-FA70-CFBE-B2B1-F6A704A269AC}"/>
              </a:ext>
            </a:extLst>
          </p:cNvPr>
          <p:cNvSpPr/>
          <p:nvPr/>
        </p:nvSpPr>
        <p:spPr>
          <a:xfrm>
            <a:off x="8015496" y="4407609"/>
            <a:ext cx="330564" cy="30980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peech Bubble: Rectangle with Corners Rounded 6">
            <a:extLst>
              <a:ext uri="{FF2B5EF4-FFF2-40B4-BE49-F238E27FC236}">
                <a16:creationId xmlns:a16="http://schemas.microsoft.com/office/drawing/2014/main" id="{4F1B68F9-9B91-BED5-E06B-1619B67438A2}"/>
              </a:ext>
            </a:extLst>
          </p:cNvPr>
          <p:cNvSpPr/>
          <p:nvPr/>
        </p:nvSpPr>
        <p:spPr>
          <a:xfrm>
            <a:off x="7887120" y="3908589"/>
            <a:ext cx="1160448" cy="411590"/>
          </a:xfrm>
          <a:prstGeom prst="wedgeRound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Inception</a:t>
            </a:r>
          </a:p>
        </p:txBody>
      </p:sp>
      <p:sp>
        <p:nvSpPr>
          <p:cNvPr id="8" name="TextBox 7">
            <a:extLst>
              <a:ext uri="{FF2B5EF4-FFF2-40B4-BE49-F238E27FC236}">
                <a16:creationId xmlns:a16="http://schemas.microsoft.com/office/drawing/2014/main" id="{B36AF241-D2DF-B5DD-1834-290FAF7070D0}"/>
              </a:ext>
            </a:extLst>
          </p:cNvPr>
          <p:cNvSpPr txBox="1"/>
          <p:nvPr/>
        </p:nvSpPr>
        <p:spPr>
          <a:xfrm>
            <a:off x="4882141" y="2457187"/>
            <a:ext cx="178423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rPr>
              <a:t>People</a:t>
            </a:r>
          </a:p>
          <a:p>
            <a:r>
              <a:rPr lang="en-US" dirty="0">
                <a:solidFill>
                  <a:schemeClr val="bg1"/>
                </a:solidFill>
              </a:rPr>
              <a:t>Movie</a:t>
            </a:r>
          </a:p>
          <a:p>
            <a:r>
              <a:rPr lang="en-US" dirty="0">
                <a:solidFill>
                  <a:schemeClr val="bg1"/>
                </a:solidFill>
              </a:rPr>
              <a:t>Genre</a:t>
            </a:r>
          </a:p>
        </p:txBody>
      </p:sp>
      <p:sp>
        <p:nvSpPr>
          <p:cNvPr id="9" name="Oval 8">
            <a:extLst>
              <a:ext uri="{FF2B5EF4-FFF2-40B4-BE49-F238E27FC236}">
                <a16:creationId xmlns:a16="http://schemas.microsoft.com/office/drawing/2014/main" id="{55DF4330-0A85-130D-F5D0-DC1DF66F3C71}"/>
              </a:ext>
            </a:extLst>
          </p:cNvPr>
          <p:cNvSpPr/>
          <p:nvPr/>
        </p:nvSpPr>
        <p:spPr>
          <a:xfrm>
            <a:off x="4700256" y="2527426"/>
            <a:ext cx="181069" cy="179662"/>
          </a:xfrm>
          <a:prstGeom prst="ellipse">
            <a:avLst/>
          </a:prstGeom>
          <a:solidFill>
            <a:srgbClr val="A7A78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ED63074-AC61-9740-3DD2-65274626C099}"/>
              </a:ext>
            </a:extLst>
          </p:cNvPr>
          <p:cNvSpPr/>
          <p:nvPr/>
        </p:nvSpPr>
        <p:spPr>
          <a:xfrm>
            <a:off x="4700256" y="2799029"/>
            <a:ext cx="181069" cy="179662"/>
          </a:xfrm>
          <a:prstGeom prst="ellipse">
            <a:avLst/>
          </a:prstGeom>
          <a:solidFill>
            <a:srgbClr val="DE7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9C1EFF9-C59C-F552-5CF0-CA082AFAB0A1}"/>
              </a:ext>
            </a:extLst>
          </p:cNvPr>
          <p:cNvSpPr/>
          <p:nvPr/>
        </p:nvSpPr>
        <p:spPr>
          <a:xfrm>
            <a:off x="4700256" y="3070633"/>
            <a:ext cx="181069" cy="179662"/>
          </a:xfrm>
          <a:prstGeom prst="ellipse">
            <a:avLst/>
          </a:prstGeom>
          <a:solidFill>
            <a:srgbClr val="F8BB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2DB448A-1D30-DCB4-C2E2-497C5688CA33}"/>
              </a:ext>
            </a:extLst>
          </p:cNvPr>
          <p:cNvSpPr txBox="1"/>
          <p:nvPr/>
        </p:nvSpPr>
        <p:spPr>
          <a:xfrm>
            <a:off x="69912" y="2647032"/>
            <a:ext cx="3621386"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a:t>Example of data collected by inputting Inception</a:t>
            </a:r>
          </a:p>
        </p:txBody>
      </p:sp>
    </p:spTree>
    <p:extLst>
      <p:ext uri="{BB962C8B-B14F-4D97-AF65-F5344CB8AC3E}">
        <p14:creationId xmlns:p14="http://schemas.microsoft.com/office/powerpoint/2010/main" val="4234130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Milestones Hit</a:t>
            </a:r>
          </a:p>
        </p:txBody>
      </p:sp>
      <p:sp>
        <p:nvSpPr>
          <p:cNvPr id="3" name="Content Placeholder 2"/>
          <p:cNvSpPr>
            <a:spLocks noGrp="1"/>
          </p:cNvSpPr>
          <p:nvPr>
            <p:ph idx="1"/>
          </p:nvPr>
        </p:nvSpPr>
        <p:spPr/>
        <p:txBody>
          <a:bodyPr vert="horz" lIns="91440" tIns="45720" rIns="91440" bIns="45720" rtlCol="0" anchor="ctr">
            <a:normAutofit fontScale="92500"/>
          </a:bodyPr>
          <a:lstStyle/>
          <a:p>
            <a:pPr marL="457200" indent="-457200">
              <a:buChar char="•"/>
            </a:pPr>
            <a:r>
              <a:rPr lang="en-US" sz="2800" b="1"/>
              <a:t>September:</a:t>
            </a:r>
            <a:r>
              <a:rPr lang="en-US" sz="2800"/>
              <a:t> Database is setup with CRUD methods for all media types</a:t>
            </a:r>
          </a:p>
          <a:p>
            <a:pPr marL="457200" indent="-457200">
              <a:buChar char="•"/>
            </a:pPr>
            <a:r>
              <a:rPr lang="en-US" sz="2800" b="1"/>
              <a:t>November:</a:t>
            </a:r>
            <a:r>
              <a:rPr lang="en-US" sz="2800"/>
              <a:t> API is functional and supports </a:t>
            </a:r>
            <a:r>
              <a:rPr lang="en-US" sz="2800" err="1"/>
              <a:t>GraphQL</a:t>
            </a:r>
            <a:r>
              <a:rPr lang="en-US" sz="2800"/>
              <a:t> for querying database</a:t>
            </a:r>
          </a:p>
          <a:p>
            <a:pPr marL="457200" indent="-457200">
              <a:buChar char="•"/>
            </a:pPr>
            <a:r>
              <a:rPr lang="en-US" sz="2800" b="1"/>
              <a:t>December:</a:t>
            </a:r>
            <a:r>
              <a:rPr lang="en-US" sz="2800"/>
              <a:t> Functions for fetching all metadata from available data sources</a:t>
            </a:r>
          </a:p>
          <a:p>
            <a:pPr marL="457200" indent="-457200">
              <a:buChar char="•"/>
            </a:pPr>
            <a:r>
              <a:rPr lang="en-US" sz="2800" b="1"/>
              <a:t>January:</a:t>
            </a:r>
            <a:r>
              <a:rPr lang="en-US" sz="2800"/>
              <a:t> Basic frontend structure for a mobile first user interface</a:t>
            </a:r>
          </a:p>
        </p:txBody>
      </p:sp>
    </p:spTree>
  </p:cSld>
  <p:clrMapOvr>
    <a:masterClrMapping/>
  </p:clrMapOvr>
  <mc:AlternateContent xmlns:mc="http://schemas.openxmlformats.org/markup-compatibility/2006" xmlns:p14="http://schemas.microsoft.com/office/powerpoint/2010/main">
    <mc:Choice Requires="p14">
      <p:transition spd="slow" p14:dur="2000" advTm="30983"/>
    </mc:Choice>
    <mc:Fallback xmlns="">
      <p:transition spd="slow" advTm="30983"/>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Goals BY End of Term</a:t>
            </a:r>
          </a:p>
        </p:txBody>
      </p:sp>
      <p:sp>
        <p:nvSpPr>
          <p:cNvPr id="3" name="Content Placeholder 2"/>
          <p:cNvSpPr>
            <a:spLocks noGrp="1"/>
          </p:cNvSpPr>
          <p:nvPr>
            <p:ph idx="1"/>
          </p:nvPr>
        </p:nvSpPr>
        <p:spPr/>
        <p:txBody>
          <a:bodyPr vert="horz" lIns="91440" tIns="45720" rIns="91440" bIns="45720" rtlCol="0" anchor="ctr">
            <a:normAutofit/>
          </a:bodyPr>
          <a:lstStyle/>
          <a:p>
            <a:pPr marL="457200" indent="-457200">
              <a:buChar char="•"/>
            </a:pPr>
            <a:r>
              <a:rPr lang="en-US" sz="2800"/>
              <a:t>Users can manually add media items to database by title in the app</a:t>
            </a:r>
          </a:p>
          <a:p>
            <a:pPr marL="457200" indent="-457200">
              <a:buChar char="•"/>
            </a:pPr>
            <a:r>
              <a:rPr lang="en-US" sz="2800"/>
              <a:t>Additional related media items are fetched automatically across types (books, movies, games, etc.)</a:t>
            </a:r>
          </a:p>
          <a:p>
            <a:pPr marL="457200" indent="-457200">
              <a:buChar char="•"/>
            </a:pPr>
            <a:r>
              <a:rPr lang="en-US" sz="2800"/>
              <a:t>Simple user interface to allow creation of new media item</a:t>
            </a:r>
          </a:p>
          <a:p>
            <a:pPr marL="457200" indent="-457200">
              <a:buChar char="•"/>
            </a:pPr>
            <a:r>
              <a:rPr lang="en-US" sz="2800"/>
              <a:t>Tests to verify accuracy of frontend, backend, and integration</a:t>
            </a:r>
          </a:p>
        </p:txBody>
      </p:sp>
    </p:spTree>
  </p:cSld>
  <p:clrMapOvr>
    <a:masterClrMapping/>
  </p:clrMapOvr>
  <mc:AlternateContent xmlns:mc="http://schemas.openxmlformats.org/markup-compatibility/2006" xmlns:p14="http://schemas.microsoft.com/office/powerpoint/2010/main">
    <mc:Choice Requires="p14">
      <p:transition spd="slow" p14:dur="2000" advTm="38556"/>
    </mc:Choice>
    <mc:Fallback xmlns="">
      <p:transition spd="slow" advTm="38556"/>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9154E-18A4-5108-159A-258BF6CDCCA8}"/>
              </a:ext>
            </a:extLst>
          </p:cNvPr>
          <p:cNvSpPr>
            <a:spLocks noGrp="1"/>
          </p:cNvSpPr>
          <p:nvPr>
            <p:ph type="title"/>
          </p:nvPr>
        </p:nvSpPr>
        <p:spPr/>
        <p:txBody>
          <a:bodyPr/>
          <a:lstStyle/>
          <a:p>
            <a:r>
              <a:rPr lang="en-US"/>
              <a:t>Challenges</a:t>
            </a:r>
          </a:p>
        </p:txBody>
      </p:sp>
      <p:sp>
        <p:nvSpPr>
          <p:cNvPr id="3" name="Content Placeholder 2">
            <a:extLst>
              <a:ext uri="{FF2B5EF4-FFF2-40B4-BE49-F238E27FC236}">
                <a16:creationId xmlns:a16="http://schemas.microsoft.com/office/drawing/2014/main" id="{7C81FFA1-4914-D9DA-F6BF-6A9D0EB37234}"/>
              </a:ext>
            </a:extLst>
          </p:cNvPr>
          <p:cNvSpPr>
            <a:spLocks noGrp="1"/>
          </p:cNvSpPr>
          <p:nvPr>
            <p:ph idx="1"/>
          </p:nvPr>
        </p:nvSpPr>
        <p:spPr/>
        <p:txBody>
          <a:bodyPr vert="horz" lIns="91440" tIns="45720" rIns="91440" bIns="45720" rtlCol="0" anchor="t">
            <a:normAutofit/>
          </a:bodyPr>
          <a:lstStyle/>
          <a:p>
            <a:pPr marL="457200" indent="-457200">
              <a:buChar char="•"/>
            </a:pPr>
            <a:r>
              <a:rPr lang="en-US" dirty="0"/>
              <a:t>Limited access to automatically integrating history (Spotify, YouTube, Netflix)</a:t>
            </a:r>
          </a:p>
          <a:p>
            <a:pPr marL="457200" indent="-457200">
              <a:buChar char="•"/>
            </a:pPr>
            <a:r>
              <a:rPr lang="en-US" dirty="0"/>
              <a:t>Different APIs provide wildly different quantities and quality of data</a:t>
            </a:r>
          </a:p>
          <a:p>
            <a:pPr marL="457200" indent="-457200">
              <a:buChar char="•"/>
            </a:pPr>
            <a:r>
              <a:rPr lang="en-US" dirty="0"/>
              <a:t>New to </a:t>
            </a:r>
            <a:r>
              <a:rPr lang="en-US" dirty="0" err="1"/>
              <a:t>GraphQL</a:t>
            </a:r>
            <a:r>
              <a:rPr lang="en-US" dirty="0"/>
              <a:t>, Neo4j, and React Native</a:t>
            </a:r>
          </a:p>
        </p:txBody>
      </p:sp>
    </p:spTree>
    <p:extLst>
      <p:ext uri="{BB962C8B-B14F-4D97-AF65-F5344CB8AC3E}">
        <p14:creationId xmlns:p14="http://schemas.microsoft.com/office/powerpoint/2010/main" val="10170378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Expected Demo at Expo</a:t>
            </a:r>
          </a:p>
        </p:txBody>
      </p:sp>
      <p:sp>
        <p:nvSpPr>
          <p:cNvPr id="3" name="Content Placeholder 2"/>
          <p:cNvSpPr>
            <a:spLocks noGrp="1"/>
          </p:cNvSpPr>
          <p:nvPr>
            <p:ph idx="1"/>
          </p:nvPr>
        </p:nvSpPr>
        <p:spPr>
          <a:xfrm>
            <a:off x="960120" y="2587752"/>
            <a:ext cx="10268712" cy="3948133"/>
          </a:xfrm>
        </p:spPr>
        <p:txBody>
          <a:bodyPr vert="horz" lIns="91440" tIns="45720" rIns="91440" bIns="45720" rtlCol="0" anchor="ctr">
            <a:normAutofit/>
          </a:bodyPr>
          <a:lstStyle/>
          <a:p>
            <a:pPr marL="457200" indent="-457200">
              <a:buChar char="•"/>
            </a:pPr>
            <a:r>
              <a:rPr lang="en-US"/>
              <a:t>Mobile interface to add media items manually</a:t>
            </a:r>
          </a:p>
          <a:p>
            <a:pPr marL="457200" indent="-457200">
              <a:buChar char="•"/>
            </a:pPr>
            <a:r>
              <a:rPr lang="en-US"/>
              <a:t>Several OAuth options to link accounts for automatic history tracking</a:t>
            </a:r>
          </a:p>
          <a:p>
            <a:pPr marL="457200" indent="-457200">
              <a:buChar char="•"/>
            </a:pPr>
            <a:r>
              <a:rPr lang="en-US"/>
              <a:t>Recommendation engine to give users their most likely next media item</a:t>
            </a:r>
          </a:p>
          <a:p>
            <a:pPr marL="457200" indent="-457200">
              <a:buChar char="•"/>
            </a:pPr>
            <a:r>
              <a:rPr lang="en-US"/>
              <a:t>Stretch goal: app is available on App Store/Google Play Store</a:t>
            </a:r>
          </a:p>
        </p:txBody>
      </p:sp>
    </p:spTree>
  </p:cSld>
  <p:clrMapOvr>
    <a:masterClrMapping/>
  </p:clrMapOvr>
  <mc:AlternateContent xmlns:mc="http://schemas.openxmlformats.org/markup-compatibility/2006" xmlns:p14="http://schemas.microsoft.com/office/powerpoint/2010/main">
    <mc:Choice Requires="p14">
      <p:transition spd="slow" p14:dur="2000" advTm="23924"/>
    </mc:Choice>
    <mc:Fallback xmlns="">
      <p:transition spd="slow" advTm="23924"/>
    </mc:Fallback>
  </mc:AlternateContent>
</p:sld>
</file>

<file path=ppt/theme/theme1.xml><?xml version="1.0" encoding="utf-8"?>
<a:theme xmlns:a="http://schemas.openxmlformats.org/drawingml/2006/main" name="JuxtaposeVTI">
  <a:themeElements>
    <a:clrScheme name="Custom 1">
      <a:dk1>
        <a:srgbClr val="2561E4"/>
      </a:dk1>
      <a:lt1>
        <a:sysClr val="window" lastClr="FFFFFF"/>
      </a:lt1>
      <a:dk2>
        <a:srgbClr val="3F3F3F"/>
      </a:dk2>
      <a:lt2>
        <a:srgbClr val="F8F7F5"/>
      </a:lt2>
      <a:accent1>
        <a:srgbClr val="F99700"/>
      </a:accent1>
      <a:accent2>
        <a:srgbClr val="00BAC7"/>
      </a:accent2>
      <a:accent3>
        <a:srgbClr val="FF5C21"/>
      </a:accent3>
      <a:accent4>
        <a:srgbClr val="6F7EFD"/>
      </a:accent4>
      <a:accent5>
        <a:srgbClr val="ACACAC"/>
      </a:accent5>
      <a:accent6>
        <a:srgbClr val="737373"/>
      </a:accent6>
      <a:hlink>
        <a:srgbClr val="0099FF"/>
      </a:hlink>
      <a:folHlink>
        <a:srgbClr val="868686"/>
      </a:folHlink>
    </a:clrScheme>
    <a:fontScheme name="JuxtaposeVTI">
      <a:majorFont>
        <a:latin typeface="Franklin Gothic Demi Cond" panose="020B0706030402020204"/>
        <a:ea typeface=""/>
        <a:cs typeface=""/>
      </a:majorFont>
      <a:minorFont>
        <a:latin typeface="Franklin Gothic Medium" panose="020B0603020102020204"/>
        <a:ea typeface=""/>
        <a:cs typeface=""/>
      </a:minorFont>
    </a:fontScheme>
    <a:fmtScheme name="Juxtapose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uxtaposeVTI" id="{B0236716-CA63-41C1-B6AD-997AE15F064B}" vid="{0E0AE8FC-D493-434E-BDCC-ED5FFB2DAEE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522</Words>
  <Application>Microsoft Office PowerPoint</Application>
  <PresentationFormat>Widescreen</PresentationFormat>
  <Paragraphs>54</Paragraphs>
  <Slides>17</Slides>
  <Notes>1</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JuxtaposeVTI</vt:lpstr>
      <vt:lpstr>PowerPoint Presentation</vt:lpstr>
      <vt:lpstr>Team Members</vt:lpstr>
      <vt:lpstr>Goals</vt:lpstr>
      <vt:lpstr>Intellectual Merits</vt:lpstr>
      <vt:lpstr>Broader Impacts</vt:lpstr>
      <vt:lpstr>Design Specifications</vt:lpstr>
      <vt:lpstr>Design Diagrams</vt:lpstr>
      <vt:lpstr>Frontend</vt:lpstr>
      <vt:lpstr>Frontend - Technologies</vt:lpstr>
      <vt:lpstr>Frontend - Results</vt:lpstr>
      <vt:lpstr>Backend</vt:lpstr>
      <vt:lpstr>Backend - Technologies</vt:lpstr>
      <vt:lpstr>Backend – Results</vt:lpstr>
      <vt:lpstr>Milestones Hit</vt:lpstr>
      <vt:lpstr>Goals BY End of Term</vt:lpstr>
      <vt:lpstr>Challenges</vt:lpstr>
      <vt:lpstr>Expected Demo at Expo</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Grilliot, Nathaniel (grillinr)</cp:lastModifiedBy>
  <cp:revision>2</cp:revision>
  <dcterms:created xsi:type="dcterms:W3CDTF">2013-01-27T09:14:16Z</dcterms:created>
  <dcterms:modified xsi:type="dcterms:W3CDTF">2026-03-29T15:57:06Z</dcterms:modified>
  <cp:category/>
</cp:coreProperties>
</file>